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4A9FE5-E360-4261-8B38-E148ED46ACD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5FFF7D4F-A1EB-48B9-9A6C-E4254B82AE4A}">
      <dgm:prSet phldrT="[Text]" phldr="0"/>
      <dgm:spPr/>
      <dgm:t>
        <a:bodyPr/>
        <a:lstStyle/>
        <a:p>
          <a:r>
            <a:rPr lang="en-US" dirty="0"/>
            <a:t>Data Loading</a:t>
          </a:r>
          <a:endParaRPr lang="en-IN" dirty="0"/>
        </a:p>
      </dgm:t>
    </dgm:pt>
    <dgm:pt modelId="{28672B7C-C46F-4735-8DED-DDF8A2B1EC5E}" type="parTrans" cxnId="{BA55DC39-A45C-4516-8951-8CB7C88211A5}">
      <dgm:prSet/>
      <dgm:spPr/>
      <dgm:t>
        <a:bodyPr/>
        <a:lstStyle/>
        <a:p>
          <a:endParaRPr lang="en-IN"/>
        </a:p>
      </dgm:t>
    </dgm:pt>
    <dgm:pt modelId="{69AE2804-22C8-4815-B8A2-B1BACBD9E6CD}" type="sibTrans" cxnId="{BA55DC39-A45C-4516-8951-8CB7C88211A5}">
      <dgm:prSet/>
      <dgm:spPr/>
      <dgm:t>
        <a:bodyPr/>
        <a:lstStyle/>
        <a:p>
          <a:endParaRPr lang="en-IN"/>
        </a:p>
      </dgm:t>
    </dgm:pt>
    <dgm:pt modelId="{9C6D7429-B5C7-44A4-A64E-4B7A48BCFA79}">
      <dgm:prSet phldrT="[Text]" phldr="0"/>
      <dgm:spPr/>
      <dgm:t>
        <a:bodyPr/>
        <a:lstStyle/>
        <a:p>
          <a:r>
            <a:rPr lang="en-US" dirty="0"/>
            <a:t>Data cleaning</a:t>
          </a:r>
          <a:endParaRPr lang="en-IN" dirty="0"/>
        </a:p>
      </dgm:t>
    </dgm:pt>
    <dgm:pt modelId="{E73B5041-DC1E-46EA-8078-2387E3F68D78}" type="parTrans" cxnId="{A7444942-098E-4588-A273-747C633031BC}">
      <dgm:prSet/>
      <dgm:spPr/>
      <dgm:t>
        <a:bodyPr/>
        <a:lstStyle/>
        <a:p>
          <a:endParaRPr lang="en-IN"/>
        </a:p>
      </dgm:t>
    </dgm:pt>
    <dgm:pt modelId="{142FE70D-DA5E-4E31-B00F-B91755EEA8F0}" type="sibTrans" cxnId="{A7444942-098E-4588-A273-747C633031BC}">
      <dgm:prSet/>
      <dgm:spPr/>
      <dgm:t>
        <a:bodyPr/>
        <a:lstStyle/>
        <a:p>
          <a:endParaRPr lang="en-IN"/>
        </a:p>
      </dgm:t>
    </dgm:pt>
    <dgm:pt modelId="{AD7477D2-F8BA-42ED-A53C-BFE921CA7C53}">
      <dgm:prSet phldrT="[Text]" phldr="0"/>
      <dgm:spPr/>
      <dgm:t>
        <a:bodyPr/>
        <a:lstStyle/>
        <a:p>
          <a:r>
            <a:rPr lang="en-US" dirty="0"/>
            <a:t>Data </a:t>
          </a:r>
          <a:r>
            <a:rPr lang="en-US" dirty="0" err="1"/>
            <a:t>Preprocesing</a:t>
          </a:r>
          <a:endParaRPr lang="en-IN" dirty="0"/>
        </a:p>
      </dgm:t>
    </dgm:pt>
    <dgm:pt modelId="{797ED5CE-87F7-4D00-8EA8-3DA556B7D841}" type="parTrans" cxnId="{4782AED8-DDFA-4653-A28B-B3776F2C7E88}">
      <dgm:prSet/>
      <dgm:spPr/>
      <dgm:t>
        <a:bodyPr/>
        <a:lstStyle/>
        <a:p>
          <a:endParaRPr lang="en-IN"/>
        </a:p>
      </dgm:t>
    </dgm:pt>
    <dgm:pt modelId="{1356D01C-52B7-46F7-8810-EBD37539E5D5}" type="sibTrans" cxnId="{4782AED8-DDFA-4653-A28B-B3776F2C7E88}">
      <dgm:prSet/>
      <dgm:spPr/>
      <dgm:t>
        <a:bodyPr/>
        <a:lstStyle/>
        <a:p>
          <a:endParaRPr lang="en-IN"/>
        </a:p>
      </dgm:t>
    </dgm:pt>
    <dgm:pt modelId="{766A0A63-6813-4666-884F-C4CEF7F4E54C}">
      <dgm:prSet/>
      <dgm:spPr/>
      <dgm:t>
        <a:bodyPr/>
        <a:lstStyle/>
        <a:p>
          <a:r>
            <a:rPr lang="en-US" dirty="0"/>
            <a:t>Encoding</a:t>
          </a:r>
          <a:endParaRPr lang="en-IN" dirty="0"/>
        </a:p>
      </dgm:t>
    </dgm:pt>
    <dgm:pt modelId="{8D74E0B5-73B2-4F48-AF6B-C9A7CAE84C6F}" type="parTrans" cxnId="{DD8E20E6-76B0-46CC-B358-4872E5C57793}">
      <dgm:prSet/>
      <dgm:spPr/>
    </dgm:pt>
    <dgm:pt modelId="{21E3310B-E262-46DD-B343-4860EA874799}" type="sibTrans" cxnId="{DD8E20E6-76B0-46CC-B358-4872E5C57793}">
      <dgm:prSet/>
      <dgm:spPr/>
      <dgm:t>
        <a:bodyPr/>
        <a:lstStyle/>
        <a:p>
          <a:endParaRPr lang="en-IN"/>
        </a:p>
      </dgm:t>
    </dgm:pt>
    <dgm:pt modelId="{60FE95A7-47F2-4E52-A120-522D997A86F3}">
      <dgm:prSet/>
      <dgm:spPr/>
      <dgm:t>
        <a:bodyPr/>
        <a:lstStyle/>
        <a:p>
          <a:r>
            <a:rPr lang="en-US" dirty="0"/>
            <a:t>Train-Test</a:t>
          </a:r>
          <a:endParaRPr lang="en-IN" dirty="0"/>
        </a:p>
      </dgm:t>
    </dgm:pt>
    <dgm:pt modelId="{932F9FD7-413F-4F7A-9221-A136E26E5112}" type="parTrans" cxnId="{ED1F71CD-9EE6-40D8-8551-F313B87D0274}">
      <dgm:prSet/>
      <dgm:spPr/>
    </dgm:pt>
    <dgm:pt modelId="{6A1A22BC-7462-4D26-8242-A62E48D62765}" type="sibTrans" cxnId="{ED1F71CD-9EE6-40D8-8551-F313B87D0274}">
      <dgm:prSet/>
      <dgm:spPr/>
      <dgm:t>
        <a:bodyPr/>
        <a:lstStyle/>
        <a:p>
          <a:endParaRPr lang="en-IN"/>
        </a:p>
      </dgm:t>
    </dgm:pt>
    <dgm:pt modelId="{30869E03-58B6-4A7B-BA70-2D2E04EE11B7}">
      <dgm:prSet/>
      <dgm:spPr/>
      <dgm:t>
        <a:bodyPr/>
        <a:lstStyle/>
        <a:p>
          <a:r>
            <a:rPr lang="en-US" dirty="0"/>
            <a:t>Model </a:t>
          </a:r>
          <a:r>
            <a:rPr lang="en-US" dirty="0" err="1"/>
            <a:t>Buliding</a:t>
          </a:r>
          <a:endParaRPr lang="en-IN" dirty="0"/>
        </a:p>
      </dgm:t>
    </dgm:pt>
    <dgm:pt modelId="{F5A8AF1B-D980-41E1-843A-12A97146D2B2}" type="parTrans" cxnId="{BD758530-EAB3-4847-937B-78A92C245370}">
      <dgm:prSet/>
      <dgm:spPr/>
    </dgm:pt>
    <dgm:pt modelId="{3DE7DEE2-2C53-4DF4-BC73-8F87829FA702}" type="sibTrans" cxnId="{BD758530-EAB3-4847-937B-78A92C245370}">
      <dgm:prSet/>
      <dgm:spPr/>
      <dgm:t>
        <a:bodyPr/>
        <a:lstStyle/>
        <a:p>
          <a:endParaRPr lang="en-IN"/>
        </a:p>
      </dgm:t>
    </dgm:pt>
    <dgm:pt modelId="{54043892-5649-4FE2-9F4F-36B8CBC7A50E}">
      <dgm:prSet/>
      <dgm:spPr/>
      <dgm:t>
        <a:bodyPr/>
        <a:lstStyle/>
        <a:p>
          <a:r>
            <a:rPr lang="en-US" dirty="0"/>
            <a:t>Compare Model</a:t>
          </a:r>
          <a:endParaRPr lang="en-IN" dirty="0"/>
        </a:p>
      </dgm:t>
    </dgm:pt>
    <dgm:pt modelId="{66602ECE-E5A5-4095-933F-CDE79B79CCA6}" type="parTrans" cxnId="{796514F9-42A2-425A-A797-93736478A198}">
      <dgm:prSet/>
      <dgm:spPr/>
    </dgm:pt>
    <dgm:pt modelId="{06262B70-C87C-4768-8035-825504D82DF9}" type="sibTrans" cxnId="{796514F9-42A2-425A-A797-93736478A198}">
      <dgm:prSet/>
      <dgm:spPr/>
    </dgm:pt>
    <dgm:pt modelId="{21596CEF-A7B1-417B-A1C8-EBC6FED5130C}" type="pres">
      <dgm:prSet presAssocID="{294A9FE5-E360-4261-8B38-E148ED46ACD9}" presName="Name0" presStyleCnt="0">
        <dgm:presLayoutVars>
          <dgm:dir/>
          <dgm:resizeHandles val="exact"/>
        </dgm:presLayoutVars>
      </dgm:prSet>
      <dgm:spPr/>
    </dgm:pt>
    <dgm:pt modelId="{49E020F8-720F-47E9-9C5D-E486029A4462}" type="pres">
      <dgm:prSet presAssocID="{5FFF7D4F-A1EB-48B9-9A6C-E4254B82AE4A}" presName="node" presStyleLbl="node1" presStyleIdx="0" presStyleCnt="7">
        <dgm:presLayoutVars>
          <dgm:bulletEnabled val="1"/>
        </dgm:presLayoutVars>
      </dgm:prSet>
      <dgm:spPr/>
    </dgm:pt>
    <dgm:pt modelId="{4C16468C-4C69-4028-8A6B-5FC3BC105224}" type="pres">
      <dgm:prSet presAssocID="{69AE2804-22C8-4815-B8A2-B1BACBD9E6CD}" presName="sibTrans" presStyleLbl="sibTrans2D1" presStyleIdx="0" presStyleCnt="6"/>
      <dgm:spPr/>
    </dgm:pt>
    <dgm:pt modelId="{3AD7F635-1877-4CA8-BFE4-B027CC514B5F}" type="pres">
      <dgm:prSet presAssocID="{69AE2804-22C8-4815-B8A2-B1BACBD9E6CD}" presName="connectorText" presStyleLbl="sibTrans2D1" presStyleIdx="0" presStyleCnt="6"/>
      <dgm:spPr/>
    </dgm:pt>
    <dgm:pt modelId="{4A9BFBD5-59D8-4EDC-B810-12C7A0A37973}" type="pres">
      <dgm:prSet presAssocID="{9C6D7429-B5C7-44A4-A64E-4B7A48BCFA79}" presName="node" presStyleLbl="node1" presStyleIdx="1" presStyleCnt="7">
        <dgm:presLayoutVars>
          <dgm:bulletEnabled val="1"/>
        </dgm:presLayoutVars>
      </dgm:prSet>
      <dgm:spPr/>
    </dgm:pt>
    <dgm:pt modelId="{67FBD0FE-0482-4309-81C1-A93A44C7A638}" type="pres">
      <dgm:prSet presAssocID="{142FE70D-DA5E-4E31-B00F-B91755EEA8F0}" presName="sibTrans" presStyleLbl="sibTrans2D1" presStyleIdx="1" presStyleCnt="6"/>
      <dgm:spPr/>
    </dgm:pt>
    <dgm:pt modelId="{F00508BB-D5A3-4881-A3CD-7DD59A6F5D75}" type="pres">
      <dgm:prSet presAssocID="{142FE70D-DA5E-4E31-B00F-B91755EEA8F0}" presName="connectorText" presStyleLbl="sibTrans2D1" presStyleIdx="1" presStyleCnt="6"/>
      <dgm:spPr/>
    </dgm:pt>
    <dgm:pt modelId="{0D9AA92D-C485-42B1-9932-89CB3DF0743D}" type="pres">
      <dgm:prSet presAssocID="{AD7477D2-F8BA-42ED-A53C-BFE921CA7C53}" presName="node" presStyleLbl="node1" presStyleIdx="2" presStyleCnt="7">
        <dgm:presLayoutVars>
          <dgm:bulletEnabled val="1"/>
        </dgm:presLayoutVars>
      </dgm:prSet>
      <dgm:spPr/>
    </dgm:pt>
    <dgm:pt modelId="{602CD237-7553-4F1F-B113-04499C1ED112}" type="pres">
      <dgm:prSet presAssocID="{1356D01C-52B7-46F7-8810-EBD37539E5D5}" presName="sibTrans" presStyleLbl="sibTrans2D1" presStyleIdx="2" presStyleCnt="6"/>
      <dgm:spPr/>
    </dgm:pt>
    <dgm:pt modelId="{AA6E6067-CE47-43E8-A250-FD287BFECDF8}" type="pres">
      <dgm:prSet presAssocID="{1356D01C-52B7-46F7-8810-EBD37539E5D5}" presName="connectorText" presStyleLbl="sibTrans2D1" presStyleIdx="2" presStyleCnt="6"/>
      <dgm:spPr/>
    </dgm:pt>
    <dgm:pt modelId="{E5DB788F-CE6B-4863-BC6F-CE56541287DC}" type="pres">
      <dgm:prSet presAssocID="{766A0A63-6813-4666-884F-C4CEF7F4E54C}" presName="node" presStyleLbl="node1" presStyleIdx="3" presStyleCnt="7">
        <dgm:presLayoutVars>
          <dgm:bulletEnabled val="1"/>
        </dgm:presLayoutVars>
      </dgm:prSet>
      <dgm:spPr/>
    </dgm:pt>
    <dgm:pt modelId="{C38A40EA-3F06-4EB4-B1A8-398F5149A768}" type="pres">
      <dgm:prSet presAssocID="{21E3310B-E262-46DD-B343-4860EA874799}" presName="sibTrans" presStyleLbl="sibTrans2D1" presStyleIdx="3" presStyleCnt="6"/>
      <dgm:spPr/>
    </dgm:pt>
    <dgm:pt modelId="{E1285F8C-25C1-4B23-9063-B1BB28347FAF}" type="pres">
      <dgm:prSet presAssocID="{21E3310B-E262-46DD-B343-4860EA874799}" presName="connectorText" presStyleLbl="sibTrans2D1" presStyleIdx="3" presStyleCnt="6"/>
      <dgm:spPr/>
    </dgm:pt>
    <dgm:pt modelId="{185AD7A4-B8CA-4659-98D2-067321F5A3FD}" type="pres">
      <dgm:prSet presAssocID="{60FE95A7-47F2-4E52-A120-522D997A86F3}" presName="node" presStyleLbl="node1" presStyleIdx="4" presStyleCnt="7">
        <dgm:presLayoutVars>
          <dgm:bulletEnabled val="1"/>
        </dgm:presLayoutVars>
      </dgm:prSet>
      <dgm:spPr/>
    </dgm:pt>
    <dgm:pt modelId="{38686F1A-3AF7-4FA0-884F-57B9D411FF5F}" type="pres">
      <dgm:prSet presAssocID="{6A1A22BC-7462-4D26-8242-A62E48D62765}" presName="sibTrans" presStyleLbl="sibTrans2D1" presStyleIdx="4" presStyleCnt="6"/>
      <dgm:spPr/>
    </dgm:pt>
    <dgm:pt modelId="{FA96DD9A-40E0-4F93-912B-7302D09F7F21}" type="pres">
      <dgm:prSet presAssocID="{6A1A22BC-7462-4D26-8242-A62E48D62765}" presName="connectorText" presStyleLbl="sibTrans2D1" presStyleIdx="4" presStyleCnt="6"/>
      <dgm:spPr/>
    </dgm:pt>
    <dgm:pt modelId="{C56A60DB-BA7C-4112-9502-DBCA5C4BD621}" type="pres">
      <dgm:prSet presAssocID="{30869E03-58B6-4A7B-BA70-2D2E04EE11B7}" presName="node" presStyleLbl="node1" presStyleIdx="5" presStyleCnt="7">
        <dgm:presLayoutVars>
          <dgm:bulletEnabled val="1"/>
        </dgm:presLayoutVars>
      </dgm:prSet>
      <dgm:spPr/>
    </dgm:pt>
    <dgm:pt modelId="{3906745B-5B13-412B-835D-6CA45FE2C895}" type="pres">
      <dgm:prSet presAssocID="{3DE7DEE2-2C53-4DF4-BC73-8F87829FA702}" presName="sibTrans" presStyleLbl="sibTrans2D1" presStyleIdx="5" presStyleCnt="6"/>
      <dgm:spPr/>
    </dgm:pt>
    <dgm:pt modelId="{BE100F41-27CC-40C5-A9E9-DA05CEF26369}" type="pres">
      <dgm:prSet presAssocID="{3DE7DEE2-2C53-4DF4-BC73-8F87829FA702}" presName="connectorText" presStyleLbl="sibTrans2D1" presStyleIdx="5" presStyleCnt="6"/>
      <dgm:spPr/>
    </dgm:pt>
    <dgm:pt modelId="{A16339D5-DC0F-4637-A0D0-4DB449EC12E1}" type="pres">
      <dgm:prSet presAssocID="{54043892-5649-4FE2-9F4F-36B8CBC7A50E}" presName="node" presStyleLbl="node1" presStyleIdx="6" presStyleCnt="7">
        <dgm:presLayoutVars>
          <dgm:bulletEnabled val="1"/>
        </dgm:presLayoutVars>
      </dgm:prSet>
      <dgm:spPr/>
    </dgm:pt>
  </dgm:ptLst>
  <dgm:cxnLst>
    <dgm:cxn modelId="{C2C9C304-4EF8-4141-9DEF-01E7D17BDA7D}" type="presOf" srcId="{3DE7DEE2-2C53-4DF4-BC73-8F87829FA702}" destId="{3906745B-5B13-412B-835D-6CA45FE2C895}" srcOrd="0" destOrd="0" presId="urn:microsoft.com/office/officeart/2005/8/layout/process1"/>
    <dgm:cxn modelId="{C95F1E10-3D3B-46A8-A5E6-EF903F8481E8}" type="presOf" srcId="{1356D01C-52B7-46F7-8810-EBD37539E5D5}" destId="{602CD237-7553-4F1F-B113-04499C1ED112}" srcOrd="0" destOrd="0" presId="urn:microsoft.com/office/officeart/2005/8/layout/process1"/>
    <dgm:cxn modelId="{BD758530-EAB3-4847-937B-78A92C245370}" srcId="{294A9FE5-E360-4261-8B38-E148ED46ACD9}" destId="{30869E03-58B6-4A7B-BA70-2D2E04EE11B7}" srcOrd="5" destOrd="0" parTransId="{F5A8AF1B-D980-41E1-843A-12A97146D2B2}" sibTransId="{3DE7DEE2-2C53-4DF4-BC73-8F87829FA702}"/>
    <dgm:cxn modelId="{BA55DC39-A45C-4516-8951-8CB7C88211A5}" srcId="{294A9FE5-E360-4261-8B38-E148ED46ACD9}" destId="{5FFF7D4F-A1EB-48B9-9A6C-E4254B82AE4A}" srcOrd="0" destOrd="0" parTransId="{28672B7C-C46F-4735-8DED-DDF8A2B1EC5E}" sibTransId="{69AE2804-22C8-4815-B8A2-B1BACBD9E6CD}"/>
    <dgm:cxn modelId="{96E4535C-A8BF-4191-BD93-481760FA1426}" type="presOf" srcId="{69AE2804-22C8-4815-B8A2-B1BACBD9E6CD}" destId="{3AD7F635-1877-4CA8-BFE4-B027CC514B5F}" srcOrd="1" destOrd="0" presId="urn:microsoft.com/office/officeart/2005/8/layout/process1"/>
    <dgm:cxn modelId="{A7444942-098E-4588-A273-747C633031BC}" srcId="{294A9FE5-E360-4261-8B38-E148ED46ACD9}" destId="{9C6D7429-B5C7-44A4-A64E-4B7A48BCFA79}" srcOrd="1" destOrd="0" parTransId="{E73B5041-DC1E-46EA-8078-2387E3F68D78}" sibTransId="{142FE70D-DA5E-4E31-B00F-B91755EEA8F0}"/>
    <dgm:cxn modelId="{0A366266-FE6A-43DA-9DA7-EA8943455C34}" type="presOf" srcId="{54043892-5649-4FE2-9F4F-36B8CBC7A50E}" destId="{A16339D5-DC0F-4637-A0D0-4DB449EC12E1}" srcOrd="0" destOrd="0" presId="urn:microsoft.com/office/officeart/2005/8/layout/process1"/>
    <dgm:cxn modelId="{84038466-8692-488A-B27C-423D8DE2FD7F}" type="presOf" srcId="{766A0A63-6813-4666-884F-C4CEF7F4E54C}" destId="{E5DB788F-CE6B-4863-BC6F-CE56541287DC}" srcOrd="0" destOrd="0" presId="urn:microsoft.com/office/officeart/2005/8/layout/process1"/>
    <dgm:cxn modelId="{FD280D4E-C144-46D9-8D09-0CF3E0F9FA36}" type="presOf" srcId="{6A1A22BC-7462-4D26-8242-A62E48D62765}" destId="{FA96DD9A-40E0-4F93-912B-7302D09F7F21}" srcOrd="1" destOrd="0" presId="urn:microsoft.com/office/officeart/2005/8/layout/process1"/>
    <dgm:cxn modelId="{EBF2EB4E-6169-4356-AD82-9A555E13248B}" type="presOf" srcId="{5FFF7D4F-A1EB-48B9-9A6C-E4254B82AE4A}" destId="{49E020F8-720F-47E9-9C5D-E486029A4462}" srcOrd="0" destOrd="0" presId="urn:microsoft.com/office/officeart/2005/8/layout/process1"/>
    <dgm:cxn modelId="{2CB87D4F-FD11-4DBD-94CF-6E6D7339BA4A}" type="presOf" srcId="{142FE70D-DA5E-4E31-B00F-B91755EEA8F0}" destId="{67FBD0FE-0482-4309-81C1-A93A44C7A638}" srcOrd="0" destOrd="0" presId="urn:microsoft.com/office/officeart/2005/8/layout/process1"/>
    <dgm:cxn modelId="{D839B651-52EF-4292-89FE-3F2B136800EB}" type="presOf" srcId="{294A9FE5-E360-4261-8B38-E148ED46ACD9}" destId="{21596CEF-A7B1-417B-A1C8-EBC6FED5130C}" srcOrd="0" destOrd="0" presId="urn:microsoft.com/office/officeart/2005/8/layout/process1"/>
    <dgm:cxn modelId="{1CAAB652-A350-4B67-9618-4E4B523E7BA5}" type="presOf" srcId="{60FE95A7-47F2-4E52-A120-522D997A86F3}" destId="{185AD7A4-B8CA-4659-98D2-067321F5A3FD}" srcOrd="0" destOrd="0" presId="urn:microsoft.com/office/officeart/2005/8/layout/process1"/>
    <dgm:cxn modelId="{5C2D9A54-289A-411C-98D3-C601BCFF213B}" type="presOf" srcId="{30869E03-58B6-4A7B-BA70-2D2E04EE11B7}" destId="{C56A60DB-BA7C-4112-9502-DBCA5C4BD621}" srcOrd="0" destOrd="0" presId="urn:microsoft.com/office/officeart/2005/8/layout/process1"/>
    <dgm:cxn modelId="{1C9086B5-F8B8-4BB5-BC43-495A447447EC}" type="presOf" srcId="{3DE7DEE2-2C53-4DF4-BC73-8F87829FA702}" destId="{BE100F41-27CC-40C5-A9E9-DA05CEF26369}" srcOrd="1" destOrd="0" presId="urn:microsoft.com/office/officeart/2005/8/layout/process1"/>
    <dgm:cxn modelId="{C571FAC0-517B-4ADB-B662-04E69EB14430}" type="presOf" srcId="{21E3310B-E262-46DD-B343-4860EA874799}" destId="{C38A40EA-3F06-4EB4-B1A8-398F5149A768}" srcOrd="0" destOrd="0" presId="urn:microsoft.com/office/officeart/2005/8/layout/process1"/>
    <dgm:cxn modelId="{ED1F71CD-9EE6-40D8-8551-F313B87D0274}" srcId="{294A9FE5-E360-4261-8B38-E148ED46ACD9}" destId="{60FE95A7-47F2-4E52-A120-522D997A86F3}" srcOrd="4" destOrd="0" parTransId="{932F9FD7-413F-4F7A-9221-A136E26E5112}" sibTransId="{6A1A22BC-7462-4D26-8242-A62E48D62765}"/>
    <dgm:cxn modelId="{4782AED8-DDFA-4653-A28B-B3776F2C7E88}" srcId="{294A9FE5-E360-4261-8B38-E148ED46ACD9}" destId="{AD7477D2-F8BA-42ED-A53C-BFE921CA7C53}" srcOrd="2" destOrd="0" parTransId="{797ED5CE-87F7-4D00-8EA8-3DA556B7D841}" sibTransId="{1356D01C-52B7-46F7-8810-EBD37539E5D5}"/>
    <dgm:cxn modelId="{B211A3D9-2743-470A-92B7-A48BC8649990}" type="presOf" srcId="{6A1A22BC-7462-4D26-8242-A62E48D62765}" destId="{38686F1A-3AF7-4FA0-884F-57B9D411FF5F}" srcOrd="0" destOrd="0" presId="urn:microsoft.com/office/officeart/2005/8/layout/process1"/>
    <dgm:cxn modelId="{6847AED9-6610-4BBC-B71F-D8A0D6C9813E}" type="presOf" srcId="{AD7477D2-F8BA-42ED-A53C-BFE921CA7C53}" destId="{0D9AA92D-C485-42B1-9932-89CB3DF0743D}" srcOrd="0" destOrd="0" presId="urn:microsoft.com/office/officeart/2005/8/layout/process1"/>
    <dgm:cxn modelId="{EAACFBDE-82CE-407A-889D-E50230192D06}" type="presOf" srcId="{1356D01C-52B7-46F7-8810-EBD37539E5D5}" destId="{AA6E6067-CE47-43E8-A250-FD287BFECDF8}" srcOrd="1" destOrd="0" presId="urn:microsoft.com/office/officeart/2005/8/layout/process1"/>
    <dgm:cxn modelId="{EBA8A5E0-5218-44EC-8C46-7BACE31C8F8B}" type="presOf" srcId="{69AE2804-22C8-4815-B8A2-B1BACBD9E6CD}" destId="{4C16468C-4C69-4028-8A6B-5FC3BC105224}" srcOrd="0" destOrd="0" presId="urn:microsoft.com/office/officeart/2005/8/layout/process1"/>
    <dgm:cxn modelId="{DD8E20E6-76B0-46CC-B358-4872E5C57793}" srcId="{294A9FE5-E360-4261-8B38-E148ED46ACD9}" destId="{766A0A63-6813-4666-884F-C4CEF7F4E54C}" srcOrd="3" destOrd="0" parTransId="{8D74E0B5-73B2-4F48-AF6B-C9A7CAE84C6F}" sibTransId="{21E3310B-E262-46DD-B343-4860EA874799}"/>
    <dgm:cxn modelId="{886E38E6-7332-4F71-ADDC-FF727A283B5A}" type="presOf" srcId="{142FE70D-DA5E-4E31-B00F-B91755EEA8F0}" destId="{F00508BB-D5A3-4881-A3CD-7DD59A6F5D75}" srcOrd="1" destOrd="0" presId="urn:microsoft.com/office/officeart/2005/8/layout/process1"/>
    <dgm:cxn modelId="{B3E94AEF-59A1-47A0-9F48-E7BEA67B877E}" type="presOf" srcId="{9C6D7429-B5C7-44A4-A64E-4B7A48BCFA79}" destId="{4A9BFBD5-59D8-4EDC-B810-12C7A0A37973}" srcOrd="0" destOrd="0" presId="urn:microsoft.com/office/officeart/2005/8/layout/process1"/>
    <dgm:cxn modelId="{796514F9-42A2-425A-A797-93736478A198}" srcId="{294A9FE5-E360-4261-8B38-E148ED46ACD9}" destId="{54043892-5649-4FE2-9F4F-36B8CBC7A50E}" srcOrd="6" destOrd="0" parTransId="{66602ECE-E5A5-4095-933F-CDE79B79CCA6}" sibTransId="{06262B70-C87C-4768-8035-825504D82DF9}"/>
    <dgm:cxn modelId="{30F98BFE-A55A-419D-BCB1-C81CDD8DBBE7}" type="presOf" srcId="{21E3310B-E262-46DD-B343-4860EA874799}" destId="{E1285F8C-25C1-4B23-9063-B1BB28347FAF}" srcOrd="1" destOrd="0" presId="urn:microsoft.com/office/officeart/2005/8/layout/process1"/>
    <dgm:cxn modelId="{A0121CC7-6442-4E01-AAD6-C58BDEAC3BB5}" type="presParOf" srcId="{21596CEF-A7B1-417B-A1C8-EBC6FED5130C}" destId="{49E020F8-720F-47E9-9C5D-E486029A4462}" srcOrd="0" destOrd="0" presId="urn:microsoft.com/office/officeart/2005/8/layout/process1"/>
    <dgm:cxn modelId="{0660AAB8-8896-42D9-A07B-7F16CA77B836}" type="presParOf" srcId="{21596CEF-A7B1-417B-A1C8-EBC6FED5130C}" destId="{4C16468C-4C69-4028-8A6B-5FC3BC105224}" srcOrd="1" destOrd="0" presId="urn:microsoft.com/office/officeart/2005/8/layout/process1"/>
    <dgm:cxn modelId="{D5B308AE-07E9-4B5D-BCB5-C26ABD155023}" type="presParOf" srcId="{4C16468C-4C69-4028-8A6B-5FC3BC105224}" destId="{3AD7F635-1877-4CA8-BFE4-B027CC514B5F}" srcOrd="0" destOrd="0" presId="urn:microsoft.com/office/officeart/2005/8/layout/process1"/>
    <dgm:cxn modelId="{1C2B2223-7331-4EAD-A59C-FA10A258790E}" type="presParOf" srcId="{21596CEF-A7B1-417B-A1C8-EBC6FED5130C}" destId="{4A9BFBD5-59D8-4EDC-B810-12C7A0A37973}" srcOrd="2" destOrd="0" presId="urn:microsoft.com/office/officeart/2005/8/layout/process1"/>
    <dgm:cxn modelId="{B5E85ABE-2C08-41AE-8478-8DAF616A8DEB}" type="presParOf" srcId="{21596CEF-A7B1-417B-A1C8-EBC6FED5130C}" destId="{67FBD0FE-0482-4309-81C1-A93A44C7A638}" srcOrd="3" destOrd="0" presId="urn:microsoft.com/office/officeart/2005/8/layout/process1"/>
    <dgm:cxn modelId="{F1C17009-DFD8-4F66-A93B-1CB32445D8D0}" type="presParOf" srcId="{67FBD0FE-0482-4309-81C1-A93A44C7A638}" destId="{F00508BB-D5A3-4881-A3CD-7DD59A6F5D75}" srcOrd="0" destOrd="0" presId="urn:microsoft.com/office/officeart/2005/8/layout/process1"/>
    <dgm:cxn modelId="{2FC48F90-F5D0-4253-A8E5-22A7D3A5F495}" type="presParOf" srcId="{21596CEF-A7B1-417B-A1C8-EBC6FED5130C}" destId="{0D9AA92D-C485-42B1-9932-89CB3DF0743D}" srcOrd="4" destOrd="0" presId="urn:microsoft.com/office/officeart/2005/8/layout/process1"/>
    <dgm:cxn modelId="{B4DCA535-6B25-44E9-9FCD-C1C23F9BEA3B}" type="presParOf" srcId="{21596CEF-A7B1-417B-A1C8-EBC6FED5130C}" destId="{602CD237-7553-4F1F-B113-04499C1ED112}" srcOrd="5" destOrd="0" presId="urn:microsoft.com/office/officeart/2005/8/layout/process1"/>
    <dgm:cxn modelId="{06586CB8-17DA-499E-A646-DC8ACB40491E}" type="presParOf" srcId="{602CD237-7553-4F1F-B113-04499C1ED112}" destId="{AA6E6067-CE47-43E8-A250-FD287BFECDF8}" srcOrd="0" destOrd="0" presId="urn:microsoft.com/office/officeart/2005/8/layout/process1"/>
    <dgm:cxn modelId="{E265284F-BC5B-4572-8751-BC4536A82435}" type="presParOf" srcId="{21596CEF-A7B1-417B-A1C8-EBC6FED5130C}" destId="{E5DB788F-CE6B-4863-BC6F-CE56541287DC}" srcOrd="6" destOrd="0" presId="urn:microsoft.com/office/officeart/2005/8/layout/process1"/>
    <dgm:cxn modelId="{DAF78963-51D8-4129-845D-D0E9C8C07F5C}" type="presParOf" srcId="{21596CEF-A7B1-417B-A1C8-EBC6FED5130C}" destId="{C38A40EA-3F06-4EB4-B1A8-398F5149A768}" srcOrd="7" destOrd="0" presId="urn:microsoft.com/office/officeart/2005/8/layout/process1"/>
    <dgm:cxn modelId="{02F34889-87C4-4935-9382-03BF5578493A}" type="presParOf" srcId="{C38A40EA-3F06-4EB4-B1A8-398F5149A768}" destId="{E1285F8C-25C1-4B23-9063-B1BB28347FAF}" srcOrd="0" destOrd="0" presId="urn:microsoft.com/office/officeart/2005/8/layout/process1"/>
    <dgm:cxn modelId="{18BB9B6C-3F20-49BD-BEEF-BCDC068E2C91}" type="presParOf" srcId="{21596CEF-A7B1-417B-A1C8-EBC6FED5130C}" destId="{185AD7A4-B8CA-4659-98D2-067321F5A3FD}" srcOrd="8" destOrd="0" presId="urn:microsoft.com/office/officeart/2005/8/layout/process1"/>
    <dgm:cxn modelId="{D377690E-4DF0-434D-A5FE-1C4801CF7ECE}" type="presParOf" srcId="{21596CEF-A7B1-417B-A1C8-EBC6FED5130C}" destId="{38686F1A-3AF7-4FA0-884F-57B9D411FF5F}" srcOrd="9" destOrd="0" presId="urn:microsoft.com/office/officeart/2005/8/layout/process1"/>
    <dgm:cxn modelId="{8A65673C-0CE6-40E1-AB02-558247FC08B0}" type="presParOf" srcId="{38686F1A-3AF7-4FA0-884F-57B9D411FF5F}" destId="{FA96DD9A-40E0-4F93-912B-7302D09F7F21}" srcOrd="0" destOrd="0" presId="urn:microsoft.com/office/officeart/2005/8/layout/process1"/>
    <dgm:cxn modelId="{BB1C48DD-FBD4-466C-97F4-B7A891D2D418}" type="presParOf" srcId="{21596CEF-A7B1-417B-A1C8-EBC6FED5130C}" destId="{C56A60DB-BA7C-4112-9502-DBCA5C4BD621}" srcOrd="10" destOrd="0" presId="urn:microsoft.com/office/officeart/2005/8/layout/process1"/>
    <dgm:cxn modelId="{4A865BF1-5FC2-4BA4-AEC9-D17754D2A378}" type="presParOf" srcId="{21596CEF-A7B1-417B-A1C8-EBC6FED5130C}" destId="{3906745B-5B13-412B-835D-6CA45FE2C895}" srcOrd="11" destOrd="0" presId="urn:microsoft.com/office/officeart/2005/8/layout/process1"/>
    <dgm:cxn modelId="{0DB9A2AA-B747-44B9-A445-66C1EF31CE78}" type="presParOf" srcId="{3906745B-5B13-412B-835D-6CA45FE2C895}" destId="{BE100F41-27CC-40C5-A9E9-DA05CEF26369}" srcOrd="0" destOrd="0" presId="urn:microsoft.com/office/officeart/2005/8/layout/process1"/>
    <dgm:cxn modelId="{3CC02918-A339-43DB-84D4-DB4A2182B3BE}" type="presParOf" srcId="{21596CEF-A7B1-417B-A1C8-EBC6FED5130C}" destId="{A16339D5-DC0F-4637-A0D0-4DB449EC12E1}"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020F8-720F-47E9-9C5D-E486029A4462}">
      <dsp:nvSpPr>
        <dsp:cNvPr id="0" name=""/>
        <dsp:cNvSpPr/>
      </dsp:nvSpPr>
      <dsp:spPr>
        <a:xfrm>
          <a:off x="2952" y="1840253"/>
          <a:ext cx="1118052" cy="67083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Data Loading</a:t>
          </a:r>
          <a:endParaRPr lang="en-IN" sz="1300" kern="1200" dirty="0"/>
        </a:p>
      </dsp:txBody>
      <dsp:txXfrm>
        <a:off x="22600" y="1859901"/>
        <a:ext cx="1078756" cy="631535"/>
      </dsp:txXfrm>
    </dsp:sp>
    <dsp:sp modelId="{4C16468C-4C69-4028-8A6B-5FC3BC105224}">
      <dsp:nvSpPr>
        <dsp:cNvPr id="0" name=""/>
        <dsp:cNvSpPr/>
      </dsp:nvSpPr>
      <dsp:spPr>
        <a:xfrm>
          <a:off x="1232810" y="2037030"/>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1232810" y="2092485"/>
        <a:ext cx="165919" cy="166367"/>
      </dsp:txXfrm>
    </dsp:sp>
    <dsp:sp modelId="{4A9BFBD5-59D8-4EDC-B810-12C7A0A37973}">
      <dsp:nvSpPr>
        <dsp:cNvPr id="0" name=""/>
        <dsp:cNvSpPr/>
      </dsp:nvSpPr>
      <dsp:spPr>
        <a:xfrm>
          <a:off x="1568226" y="1840253"/>
          <a:ext cx="1118052" cy="67083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Data cleaning</a:t>
          </a:r>
          <a:endParaRPr lang="en-IN" sz="1300" kern="1200" dirty="0"/>
        </a:p>
      </dsp:txBody>
      <dsp:txXfrm>
        <a:off x="1587874" y="1859901"/>
        <a:ext cx="1078756" cy="631535"/>
      </dsp:txXfrm>
    </dsp:sp>
    <dsp:sp modelId="{67FBD0FE-0482-4309-81C1-A93A44C7A638}">
      <dsp:nvSpPr>
        <dsp:cNvPr id="0" name=""/>
        <dsp:cNvSpPr/>
      </dsp:nvSpPr>
      <dsp:spPr>
        <a:xfrm>
          <a:off x="2798084" y="2037030"/>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798084" y="2092485"/>
        <a:ext cx="165919" cy="166367"/>
      </dsp:txXfrm>
    </dsp:sp>
    <dsp:sp modelId="{0D9AA92D-C485-42B1-9932-89CB3DF0743D}">
      <dsp:nvSpPr>
        <dsp:cNvPr id="0" name=""/>
        <dsp:cNvSpPr/>
      </dsp:nvSpPr>
      <dsp:spPr>
        <a:xfrm>
          <a:off x="3133499" y="1840253"/>
          <a:ext cx="1118052" cy="67083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Data </a:t>
          </a:r>
          <a:r>
            <a:rPr lang="en-US" sz="1300" kern="1200" dirty="0" err="1"/>
            <a:t>Preprocesing</a:t>
          </a:r>
          <a:endParaRPr lang="en-IN" sz="1300" kern="1200" dirty="0"/>
        </a:p>
      </dsp:txBody>
      <dsp:txXfrm>
        <a:off x="3153147" y="1859901"/>
        <a:ext cx="1078756" cy="631535"/>
      </dsp:txXfrm>
    </dsp:sp>
    <dsp:sp modelId="{602CD237-7553-4F1F-B113-04499C1ED112}">
      <dsp:nvSpPr>
        <dsp:cNvPr id="0" name=""/>
        <dsp:cNvSpPr/>
      </dsp:nvSpPr>
      <dsp:spPr>
        <a:xfrm>
          <a:off x="4363357" y="2037030"/>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4363357" y="2092485"/>
        <a:ext cx="165919" cy="166367"/>
      </dsp:txXfrm>
    </dsp:sp>
    <dsp:sp modelId="{E5DB788F-CE6B-4863-BC6F-CE56541287DC}">
      <dsp:nvSpPr>
        <dsp:cNvPr id="0" name=""/>
        <dsp:cNvSpPr/>
      </dsp:nvSpPr>
      <dsp:spPr>
        <a:xfrm>
          <a:off x="4698773" y="1840253"/>
          <a:ext cx="1118052" cy="67083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Encoding</a:t>
          </a:r>
          <a:endParaRPr lang="en-IN" sz="1300" kern="1200" dirty="0"/>
        </a:p>
      </dsp:txBody>
      <dsp:txXfrm>
        <a:off x="4718421" y="1859901"/>
        <a:ext cx="1078756" cy="631535"/>
      </dsp:txXfrm>
    </dsp:sp>
    <dsp:sp modelId="{C38A40EA-3F06-4EB4-B1A8-398F5149A768}">
      <dsp:nvSpPr>
        <dsp:cNvPr id="0" name=""/>
        <dsp:cNvSpPr/>
      </dsp:nvSpPr>
      <dsp:spPr>
        <a:xfrm>
          <a:off x="5928631" y="2037030"/>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5928631" y="2092485"/>
        <a:ext cx="165919" cy="166367"/>
      </dsp:txXfrm>
    </dsp:sp>
    <dsp:sp modelId="{185AD7A4-B8CA-4659-98D2-067321F5A3FD}">
      <dsp:nvSpPr>
        <dsp:cNvPr id="0" name=""/>
        <dsp:cNvSpPr/>
      </dsp:nvSpPr>
      <dsp:spPr>
        <a:xfrm>
          <a:off x="6264047" y="1840253"/>
          <a:ext cx="1118052" cy="67083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Train-Test</a:t>
          </a:r>
          <a:endParaRPr lang="en-IN" sz="1300" kern="1200" dirty="0"/>
        </a:p>
      </dsp:txBody>
      <dsp:txXfrm>
        <a:off x="6283695" y="1859901"/>
        <a:ext cx="1078756" cy="631535"/>
      </dsp:txXfrm>
    </dsp:sp>
    <dsp:sp modelId="{38686F1A-3AF7-4FA0-884F-57B9D411FF5F}">
      <dsp:nvSpPr>
        <dsp:cNvPr id="0" name=""/>
        <dsp:cNvSpPr/>
      </dsp:nvSpPr>
      <dsp:spPr>
        <a:xfrm>
          <a:off x="7493905" y="2037030"/>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7493905" y="2092485"/>
        <a:ext cx="165919" cy="166367"/>
      </dsp:txXfrm>
    </dsp:sp>
    <dsp:sp modelId="{C56A60DB-BA7C-4112-9502-DBCA5C4BD621}">
      <dsp:nvSpPr>
        <dsp:cNvPr id="0" name=""/>
        <dsp:cNvSpPr/>
      </dsp:nvSpPr>
      <dsp:spPr>
        <a:xfrm>
          <a:off x="7829321" y="1840253"/>
          <a:ext cx="1118052" cy="67083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Model </a:t>
          </a:r>
          <a:r>
            <a:rPr lang="en-US" sz="1300" kern="1200" dirty="0" err="1"/>
            <a:t>Buliding</a:t>
          </a:r>
          <a:endParaRPr lang="en-IN" sz="1300" kern="1200" dirty="0"/>
        </a:p>
      </dsp:txBody>
      <dsp:txXfrm>
        <a:off x="7848969" y="1859901"/>
        <a:ext cx="1078756" cy="631535"/>
      </dsp:txXfrm>
    </dsp:sp>
    <dsp:sp modelId="{3906745B-5B13-412B-835D-6CA45FE2C895}">
      <dsp:nvSpPr>
        <dsp:cNvPr id="0" name=""/>
        <dsp:cNvSpPr/>
      </dsp:nvSpPr>
      <dsp:spPr>
        <a:xfrm>
          <a:off x="9059179" y="2037030"/>
          <a:ext cx="237027" cy="27727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9059179" y="2092485"/>
        <a:ext cx="165919" cy="166367"/>
      </dsp:txXfrm>
    </dsp:sp>
    <dsp:sp modelId="{A16339D5-DC0F-4637-A0D0-4DB449EC12E1}">
      <dsp:nvSpPr>
        <dsp:cNvPr id="0" name=""/>
        <dsp:cNvSpPr/>
      </dsp:nvSpPr>
      <dsp:spPr>
        <a:xfrm>
          <a:off x="9394594" y="1840253"/>
          <a:ext cx="1118052" cy="67083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Compare Model</a:t>
          </a:r>
          <a:endParaRPr lang="en-IN" sz="1300" kern="1200" dirty="0"/>
        </a:p>
      </dsp:txBody>
      <dsp:txXfrm>
        <a:off x="9414242" y="1859901"/>
        <a:ext cx="1078756" cy="63153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2BC5E-8468-E7B4-4CB9-05733DC6E7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F7E225-87D5-7B51-8F29-4792776E57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182600-D3CB-8D87-4285-FF5F2A85D7D6}"/>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5" name="Footer Placeholder 4">
            <a:extLst>
              <a:ext uri="{FF2B5EF4-FFF2-40B4-BE49-F238E27FC236}">
                <a16:creationId xmlns:a16="http://schemas.microsoft.com/office/drawing/2014/main" id="{53D55104-4295-F0A1-A91A-B2713140E3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1D959F-2A74-5E0C-762B-5896400202A7}"/>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2159036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7B8E5-2BC5-2CD3-E871-31B3CD4418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D6E8B1-E035-B2D9-6799-BFD476352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8C1F2D-0CED-F117-0542-02F452BE407D}"/>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5" name="Footer Placeholder 4">
            <a:extLst>
              <a:ext uri="{FF2B5EF4-FFF2-40B4-BE49-F238E27FC236}">
                <a16:creationId xmlns:a16="http://schemas.microsoft.com/office/drawing/2014/main" id="{E98B8C72-F934-27CF-FD31-1D7DDF9539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62B7D5-A5AA-499F-24D0-2219C53006F0}"/>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1677801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A180D-9AB3-5107-8319-1A21F8FEAE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AD8C6D-7C10-5CF4-BEBC-BBC0BCA501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B5B51C-FD96-A55B-1DE9-E7AE8B984CA2}"/>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5" name="Footer Placeholder 4">
            <a:extLst>
              <a:ext uri="{FF2B5EF4-FFF2-40B4-BE49-F238E27FC236}">
                <a16:creationId xmlns:a16="http://schemas.microsoft.com/office/drawing/2014/main" id="{8C09D185-5B14-B292-8B68-48794B5692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7F9E24-829C-AA5D-28F4-3DAD8716C8AA}"/>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2874956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4C0AB-9A03-A4AA-FBDF-98C05D8FB8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EC9CBF-3DB9-EC1D-58A9-94E903263B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7D6025-A343-F9C5-E0EB-DA8D6132A8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360B2E-31A9-FFE3-E0EA-DC387053003A}"/>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6" name="Footer Placeholder 5">
            <a:extLst>
              <a:ext uri="{FF2B5EF4-FFF2-40B4-BE49-F238E27FC236}">
                <a16:creationId xmlns:a16="http://schemas.microsoft.com/office/drawing/2014/main" id="{A278EFAE-CFFD-000D-8E93-026A62DD71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D3D469-4F59-7E50-F9A3-AA92DB53E176}"/>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1783252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A2A3-A3CB-108A-8D7D-956556D9E3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2B31EF-1BC8-6E1A-D7B6-FBBA3F1B95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EC568C-D9E3-D6B2-2579-2040E7A3A7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AEA748-A417-16E0-E6CB-D306AC5226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F64DA5-1DB0-DC0A-50CA-EB3A434A30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A96627-CDE9-E8BF-2423-F7CA84929A2D}"/>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8" name="Footer Placeholder 7">
            <a:extLst>
              <a:ext uri="{FF2B5EF4-FFF2-40B4-BE49-F238E27FC236}">
                <a16:creationId xmlns:a16="http://schemas.microsoft.com/office/drawing/2014/main" id="{F28A66B8-B48D-5B48-1398-59E480DA8D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379E04-DE57-ECBF-D26C-0F41C38D60E1}"/>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357415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FA0BB-58BC-B39C-A182-60C81BF683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62B023-C2B6-E3B8-CB57-DE99C7D31734}"/>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4" name="Footer Placeholder 3">
            <a:extLst>
              <a:ext uri="{FF2B5EF4-FFF2-40B4-BE49-F238E27FC236}">
                <a16:creationId xmlns:a16="http://schemas.microsoft.com/office/drawing/2014/main" id="{C2B13C0E-8916-2810-3F2B-4945DFC4AE3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325425-A86C-D2BF-D54E-125AEBBD177A}"/>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1139402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15D14-4D87-66AE-FB48-9D55336AFD6A}"/>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3" name="Footer Placeholder 2">
            <a:extLst>
              <a:ext uri="{FF2B5EF4-FFF2-40B4-BE49-F238E27FC236}">
                <a16:creationId xmlns:a16="http://schemas.microsoft.com/office/drawing/2014/main" id="{6717729C-A1A4-D2C4-B674-0160F9FEB0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DD2D8A0-3CAE-8DF5-D2E7-701765055532}"/>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4146555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C281-AC56-7236-4E41-3683AE76A9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A4258D-96EF-2BD4-55E0-5EBA068653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AC62E9-7706-7E6B-6C32-7306A13D33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4CF76D-7CD8-DD66-0378-CC6582340454}"/>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6" name="Footer Placeholder 5">
            <a:extLst>
              <a:ext uri="{FF2B5EF4-FFF2-40B4-BE49-F238E27FC236}">
                <a16:creationId xmlns:a16="http://schemas.microsoft.com/office/drawing/2014/main" id="{30397ADB-19D1-9AB6-5F95-558B5E37CA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02185D-94F1-C135-019F-10AB4C36E85C}"/>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112450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F424E-49C3-644F-7014-421D671D2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573314-6D2E-8039-473D-6A06DDDA0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EF9E286-C13B-7BE0-3F9C-BB86FC06C9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177A69-A27F-A67F-7437-0268C93836F9}"/>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6" name="Footer Placeholder 5">
            <a:extLst>
              <a:ext uri="{FF2B5EF4-FFF2-40B4-BE49-F238E27FC236}">
                <a16:creationId xmlns:a16="http://schemas.microsoft.com/office/drawing/2014/main" id="{7F671524-32E2-296E-CFB8-B968A61296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C9D03B-9134-ACF4-51E4-9BF82BEA7CB0}"/>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3634554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FB6A6-690D-0A0A-B0C3-EFBEFF6D0D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5C9024-1005-C095-55F9-949586AEEA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3EB5AD-33F0-9CF5-359F-24747E80809F}"/>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5" name="Footer Placeholder 4">
            <a:extLst>
              <a:ext uri="{FF2B5EF4-FFF2-40B4-BE49-F238E27FC236}">
                <a16:creationId xmlns:a16="http://schemas.microsoft.com/office/drawing/2014/main" id="{BFCE40E7-6DEE-2CD2-1BDE-E1E186A765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734B18-7A6E-E666-DCDB-3CBE276C5828}"/>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356283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267685-BD9D-E48B-BA69-21D83750AF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8BC596-B1C1-4BC4-C05E-AA0F588875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936FBB-EDA0-F310-5299-64DFB92C3E24}"/>
              </a:ext>
            </a:extLst>
          </p:cNvPr>
          <p:cNvSpPr>
            <a:spLocks noGrp="1"/>
          </p:cNvSpPr>
          <p:nvPr>
            <p:ph type="dt" sz="half" idx="10"/>
          </p:nvPr>
        </p:nvSpPr>
        <p:spPr/>
        <p:txBody>
          <a:bodyPr/>
          <a:lstStyle/>
          <a:p>
            <a:fld id="{0DE63CCB-EFBC-4F2C-9449-0CC5205155CB}" type="datetimeFigureOut">
              <a:rPr lang="en-IN" smtClean="0"/>
              <a:t>30-06-2026</a:t>
            </a:fld>
            <a:endParaRPr lang="en-IN"/>
          </a:p>
        </p:txBody>
      </p:sp>
      <p:sp>
        <p:nvSpPr>
          <p:cNvPr id="5" name="Footer Placeholder 4">
            <a:extLst>
              <a:ext uri="{FF2B5EF4-FFF2-40B4-BE49-F238E27FC236}">
                <a16:creationId xmlns:a16="http://schemas.microsoft.com/office/drawing/2014/main" id="{E1A521F8-6FFD-40F2-D726-B032F0D790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35F6B5-638F-0C57-2C7A-713F2ACF5AEF}"/>
              </a:ext>
            </a:extLst>
          </p:cNvPr>
          <p:cNvSpPr>
            <a:spLocks noGrp="1"/>
          </p:cNvSpPr>
          <p:nvPr>
            <p:ph type="sldNum" sz="quarter" idx="12"/>
          </p:nvPr>
        </p:nvSpPr>
        <p:spPr/>
        <p:txBody>
          <a:bodyPr/>
          <a:lstStyle/>
          <a:p>
            <a:fld id="{32701BD5-8452-4EAC-B7BB-984581F41D12}" type="slidenum">
              <a:rPr lang="en-IN" smtClean="0"/>
              <a:t>‹#›</a:t>
            </a:fld>
            <a:endParaRPr lang="en-IN"/>
          </a:p>
        </p:txBody>
      </p:sp>
    </p:spTree>
    <p:extLst>
      <p:ext uri="{BB962C8B-B14F-4D97-AF65-F5344CB8AC3E}">
        <p14:creationId xmlns:p14="http://schemas.microsoft.com/office/powerpoint/2010/main" val="2809285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59AD63-3D52-A3E7-19BF-C1AA5FFB0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2C6059-51AE-51F2-6A48-97222D9B6C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DA60FE-0C9C-A233-B756-EEC616A1A9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E63CCB-EFBC-4F2C-9449-0CC5205155CB}" type="datetimeFigureOut">
              <a:rPr lang="en-IN" smtClean="0"/>
              <a:t>30-06-2026</a:t>
            </a:fld>
            <a:endParaRPr lang="en-IN"/>
          </a:p>
        </p:txBody>
      </p:sp>
      <p:sp>
        <p:nvSpPr>
          <p:cNvPr id="5" name="Footer Placeholder 4">
            <a:extLst>
              <a:ext uri="{FF2B5EF4-FFF2-40B4-BE49-F238E27FC236}">
                <a16:creationId xmlns:a16="http://schemas.microsoft.com/office/drawing/2014/main" id="{F21427F6-F23B-23E3-A96D-4ECE6EF350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17980B2-322A-26E4-9645-111AC9F65E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701BD5-8452-4EAC-B7BB-984581F41D12}" type="slidenum">
              <a:rPr lang="en-IN" smtClean="0"/>
              <a:t>‹#›</a:t>
            </a:fld>
            <a:endParaRPr lang="en-IN"/>
          </a:p>
        </p:txBody>
      </p:sp>
    </p:spTree>
    <p:extLst>
      <p:ext uri="{BB962C8B-B14F-4D97-AF65-F5344CB8AC3E}">
        <p14:creationId xmlns:p14="http://schemas.microsoft.com/office/powerpoint/2010/main" val="297836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F562-17BD-ECAB-F757-6E3D4F8F6C77}"/>
              </a:ext>
            </a:extLst>
          </p:cNvPr>
          <p:cNvSpPr>
            <a:spLocks noGrp="1"/>
          </p:cNvSpPr>
          <p:nvPr>
            <p:ph type="ctrTitle"/>
          </p:nvPr>
        </p:nvSpPr>
        <p:spPr>
          <a:xfrm>
            <a:off x="-471948" y="806245"/>
            <a:ext cx="12663947" cy="2795793"/>
          </a:xfrm>
        </p:spPr>
        <p:txBody>
          <a:bodyPr>
            <a:normAutofit fontScale="90000"/>
          </a:bodyPr>
          <a:lstStyle/>
          <a:p>
            <a:r>
              <a:rPr lang="en-US" dirty="0">
                <a:latin typeface="Cooper Black" panose="0208090404030B020404" pitchFamily="18" charset="0"/>
              </a:rPr>
              <a:t>STUDENT PERFORMANCE ANALYSIS &amp; PREDICTION SYSTEM</a:t>
            </a:r>
            <a:br>
              <a:rPr lang="en-US" dirty="0"/>
            </a:br>
            <a:endParaRPr lang="en-IN" dirty="0"/>
          </a:p>
        </p:txBody>
      </p:sp>
      <p:sp>
        <p:nvSpPr>
          <p:cNvPr id="3" name="Subtitle 2">
            <a:extLst>
              <a:ext uri="{FF2B5EF4-FFF2-40B4-BE49-F238E27FC236}">
                <a16:creationId xmlns:a16="http://schemas.microsoft.com/office/drawing/2014/main" id="{125E09F0-5864-14AB-4871-A12104D5233E}"/>
              </a:ext>
            </a:extLst>
          </p:cNvPr>
          <p:cNvSpPr>
            <a:spLocks noGrp="1"/>
          </p:cNvSpPr>
          <p:nvPr>
            <p:ph type="subTitle" idx="1"/>
          </p:nvPr>
        </p:nvSpPr>
        <p:spPr>
          <a:xfrm>
            <a:off x="7826476" y="4424516"/>
            <a:ext cx="4768645" cy="2433484"/>
          </a:xfrm>
        </p:spPr>
        <p:txBody>
          <a:bodyPr/>
          <a:lstStyle/>
          <a:p>
            <a:pPr algn="l"/>
            <a:r>
              <a:rPr lang="en-US" dirty="0"/>
              <a:t>By:</a:t>
            </a:r>
          </a:p>
          <a:p>
            <a:pPr algn="l"/>
            <a:r>
              <a:rPr lang="en-US" dirty="0">
                <a:latin typeface="Maiandra GD" panose="020E0502030308020204" pitchFamily="34" charset="0"/>
              </a:rPr>
              <a:t>Bharathwaj J,</a:t>
            </a:r>
          </a:p>
          <a:p>
            <a:pPr algn="l"/>
            <a:r>
              <a:rPr lang="en-US" dirty="0" err="1">
                <a:latin typeface="Maiandra GD" panose="020E0502030308020204" pitchFamily="34" charset="0"/>
              </a:rPr>
              <a:t>B.Tech</a:t>
            </a:r>
            <a:r>
              <a:rPr lang="en-US" dirty="0">
                <a:latin typeface="Maiandra GD" panose="020E0502030308020204" pitchFamily="34" charset="0"/>
              </a:rPr>
              <a:t>(</a:t>
            </a:r>
            <a:r>
              <a:rPr lang="en-US" dirty="0" err="1">
                <a:latin typeface="Maiandra GD" panose="020E0502030308020204" pitchFamily="34" charset="0"/>
              </a:rPr>
              <a:t>cse</a:t>
            </a:r>
            <a:r>
              <a:rPr lang="en-US" dirty="0">
                <a:latin typeface="Maiandra GD" panose="020E0502030308020204" pitchFamily="34" charset="0"/>
              </a:rPr>
              <a:t>),</a:t>
            </a:r>
          </a:p>
          <a:p>
            <a:pPr algn="l"/>
            <a:r>
              <a:rPr lang="en-US" dirty="0">
                <a:latin typeface="Maiandra GD" panose="020E0502030308020204" pitchFamily="34" charset="0"/>
              </a:rPr>
              <a:t>The Apollo University</a:t>
            </a:r>
            <a:endParaRPr lang="en-IN" dirty="0">
              <a:latin typeface="Maiandra GD" panose="020E0502030308020204" pitchFamily="34" charset="0"/>
            </a:endParaRPr>
          </a:p>
        </p:txBody>
      </p:sp>
    </p:spTree>
    <p:extLst>
      <p:ext uri="{BB962C8B-B14F-4D97-AF65-F5344CB8AC3E}">
        <p14:creationId xmlns:p14="http://schemas.microsoft.com/office/powerpoint/2010/main" val="899411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BEEBA-FFFE-9744-32CC-5F11C437F168}"/>
              </a:ext>
            </a:extLst>
          </p:cNvPr>
          <p:cNvSpPr>
            <a:spLocks noGrp="1"/>
          </p:cNvSpPr>
          <p:nvPr>
            <p:ph type="title"/>
          </p:nvPr>
        </p:nvSpPr>
        <p:spPr/>
        <p:txBody>
          <a:bodyPr/>
          <a:lstStyle/>
          <a:p>
            <a:r>
              <a:rPr lang="en-IN" dirty="0">
                <a:latin typeface="Cooper Black" panose="0208090404030B020404" pitchFamily="18" charset="0"/>
              </a:rPr>
              <a:t>Introduction:</a:t>
            </a:r>
          </a:p>
        </p:txBody>
      </p:sp>
      <p:sp>
        <p:nvSpPr>
          <p:cNvPr id="3" name="Content Placeholder 2">
            <a:extLst>
              <a:ext uri="{FF2B5EF4-FFF2-40B4-BE49-F238E27FC236}">
                <a16:creationId xmlns:a16="http://schemas.microsoft.com/office/drawing/2014/main" id="{50DD1F13-38C0-3D9A-B7DC-D27A16C8DCE0}"/>
              </a:ext>
            </a:extLst>
          </p:cNvPr>
          <p:cNvSpPr>
            <a:spLocks noGrp="1"/>
          </p:cNvSpPr>
          <p:nvPr>
            <p:ph idx="1"/>
          </p:nvPr>
        </p:nvSpPr>
        <p:spPr/>
        <p:txBody>
          <a:bodyPr/>
          <a:lstStyle/>
          <a:p>
            <a:r>
              <a:rPr lang="en-IN" dirty="0"/>
              <a:t>Student Performance analysis plays an important role in understanding the academic progress of students. Educational institutions can use Data Analysis and Machine Learning technique to identify factors affecting performance and predict student outcomes. This project aims to </a:t>
            </a:r>
            <a:r>
              <a:rPr lang="en-IN" dirty="0" err="1"/>
              <a:t>analyze</a:t>
            </a:r>
            <a:r>
              <a:rPr lang="en-IN" dirty="0"/>
              <a:t> student performance data and develop a machine learning model to predict whether a student will pass or fail.</a:t>
            </a:r>
          </a:p>
          <a:p>
            <a:endParaRPr lang="en-IN" dirty="0"/>
          </a:p>
        </p:txBody>
      </p:sp>
    </p:spTree>
    <p:extLst>
      <p:ext uri="{BB962C8B-B14F-4D97-AF65-F5344CB8AC3E}">
        <p14:creationId xmlns:p14="http://schemas.microsoft.com/office/powerpoint/2010/main" val="1365881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A96F0-56D6-338D-0008-6474D51C7FE7}"/>
              </a:ext>
            </a:extLst>
          </p:cNvPr>
          <p:cNvSpPr>
            <a:spLocks noGrp="1"/>
          </p:cNvSpPr>
          <p:nvPr>
            <p:ph type="title"/>
          </p:nvPr>
        </p:nvSpPr>
        <p:spPr/>
        <p:txBody>
          <a:bodyPr/>
          <a:lstStyle/>
          <a:p>
            <a:r>
              <a:rPr lang="en-IN" dirty="0">
                <a:latin typeface="Cooper Black" panose="0208090404030B020404" pitchFamily="18" charset="0"/>
              </a:rPr>
              <a:t>Technologies Used:</a:t>
            </a:r>
          </a:p>
        </p:txBody>
      </p:sp>
      <p:sp>
        <p:nvSpPr>
          <p:cNvPr id="3" name="Content Placeholder 2">
            <a:extLst>
              <a:ext uri="{FF2B5EF4-FFF2-40B4-BE49-F238E27FC236}">
                <a16:creationId xmlns:a16="http://schemas.microsoft.com/office/drawing/2014/main" id="{AC409A75-B622-A7C7-6A84-73B4359956E9}"/>
              </a:ext>
            </a:extLst>
          </p:cNvPr>
          <p:cNvSpPr>
            <a:spLocks noGrp="1"/>
          </p:cNvSpPr>
          <p:nvPr>
            <p:ph idx="1"/>
          </p:nvPr>
        </p:nvSpPr>
        <p:spPr/>
        <p:txBody>
          <a:bodyPr/>
          <a:lstStyle/>
          <a:p>
            <a:r>
              <a:rPr lang="en-US" dirty="0"/>
              <a:t>Python,</a:t>
            </a:r>
          </a:p>
          <a:p>
            <a:r>
              <a:rPr lang="en-US" dirty="0"/>
              <a:t>Pandas,</a:t>
            </a:r>
          </a:p>
          <a:p>
            <a:r>
              <a:rPr lang="en-US" dirty="0"/>
              <a:t>Matplotlib,</a:t>
            </a:r>
          </a:p>
          <a:p>
            <a:r>
              <a:rPr lang="en-US" dirty="0"/>
              <a:t>Scikit-Learn,</a:t>
            </a:r>
          </a:p>
          <a:p>
            <a:r>
              <a:rPr lang="en-US" dirty="0" err="1"/>
              <a:t>Jupyter</a:t>
            </a:r>
            <a:r>
              <a:rPr lang="en-US" dirty="0"/>
              <a:t> Notebook,</a:t>
            </a:r>
          </a:p>
          <a:p>
            <a:r>
              <a:rPr lang="en-US" dirty="0" err="1"/>
              <a:t>PowerBi</a:t>
            </a:r>
            <a:r>
              <a:rPr lang="en-US" dirty="0"/>
              <a:t>,</a:t>
            </a:r>
          </a:p>
          <a:p>
            <a:r>
              <a:rPr lang="en-US" dirty="0" err="1"/>
              <a:t>Streamlit</a:t>
            </a:r>
            <a:r>
              <a:rPr lang="en-US" dirty="0"/>
              <a:t> </a:t>
            </a:r>
          </a:p>
          <a:p>
            <a:endParaRPr lang="en-IN" dirty="0"/>
          </a:p>
        </p:txBody>
      </p:sp>
    </p:spTree>
    <p:extLst>
      <p:ext uri="{BB962C8B-B14F-4D97-AF65-F5344CB8AC3E}">
        <p14:creationId xmlns:p14="http://schemas.microsoft.com/office/powerpoint/2010/main" val="1926913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D93F-5572-4F15-E621-321C950D7E5E}"/>
              </a:ext>
            </a:extLst>
          </p:cNvPr>
          <p:cNvSpPr>
            <a:spLocks noGrp="1"/>
          </p:cNvSpPr>
          <p:nvPr>
            <p:ph type="title"/>
          </p:nvPr>
        </p:nvSpPr>
        <p:spPr/>
        <p:txBody>
          <a:bodyPr/>
          <a:lstStyle/>
          <a:p>
            <a:r>
              <a:rPr lang="en-IN" dirty="0">
                <a:latin typeface="Cooper Black" panose="0208090404030B020404" pitchFamily="18" charset="0"/>
              </a:rPr>
              <a:t>Problem Statement:</a:t>
            </a:r>
          </a:p>
        </p:txBody>
      </p:sp>
      <p:sp>
        <p:nvSpPr>
          <p:cNvPr id="3" name="Content Placeholder 2">
            <a:extLst>
              <a:ext uri="{FF2B5EF4-FFF2-40B4-BE49-F238E27FC236}">
                <a16:creationId xmlns:a16="http://schemas.microsoft.com/office/drawing/2014/main" id="{03B11706-0ED5-8416-76D9-07B02683DBBD}"/>
              </a:ext>
            </a:extLst>
          </p:cNvPr>
          <p:cNvSpPr>
            <a:spLocks noGrp="1"/>
          </p:cNvSpPr>
          <p:nvPr>
            <p:ph idx="1"/>
          </p:nvPr>
        </p:nvSpPr>
        <p:spPr/>
        <p:txBody>
          <a:bodyPr/>
          <a:lstStyle/>
          <a:p>
            <a:r>
              <a:rPr lang="en-US" dirty="0"/>
              <a:t>Analyze student performance data.</a:t>
            </a:r>
          </a:p>
          <a:p>
            <a:endParaRPr lang="en-US" dirty="0"/>
          </a:p>
          <a:p>
            <a:r>
              <a:rPr lang="en-US" dirty="0"/>
              <a:t>Identify factors affecting academic performance.</a:t>
            </a:r>
          </a:p>
          <a:p>
            <a:endParaRPr lang="en-US" dirty="0"/>
          </a:p>
          <a:p>
            <a:r>
              <a:rPr lang="en-US" dirty="0"/>
              <a:t>Predict whether a student will pass or fail.</a:t>
            </a:r>
          </a:p>
          <a:p>
            <a:endParaRPr lang="en-US" dirty="0"/>
          </a:p>
          <a:p>
            <a:r>
              <a:rPr lang="en-US" dirty="0"/>
              <a:t>Develop a Machine Learning model for prediction</a:t>
            </a:r>
            <a:endParaRPr lang="en-IN" dirty="0"/>
          </a:p>
        </p:txBody>
      </p:sp>
    </p:spTree>
    <p:extLst>
      <p:ext uri="{BB962C8B-B14F-4D97-AF65-F5344CB8AC3E}">
        <p14:creationId xmlns:p14="http://schemas.microsoft.com/office/powerpoint/2010/main" val="3699988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5A81-5C91-3C1A-42B0-B67B3505FE6A}"/>
              </a:ext>
            </a:extLst>
          </p:cNvPr>
          <p:cNvSpPr>
            <a:spLocks noGrp="1"/>
          </p:cNvSpPr>
          <p:nvPr>
            <p:ph type="title"/>
          </p:nvPr>
        </p:nvSpPr>
        <p:spPr/>
        <p:txBody>
          <a:bodyPr/>
          <a:lstStyle/>
          <a:p>
            <a:r>
              <a:rPr lang="en-US" dirty="0">
                <a:latin typeface="Cooper Black" panose="0208090404030B020404" pitchFamily="18" charset="0"/>
              </a:rPr>
              <a:t>Flow Of Project:</a:t>
            </a:r>
            <a:endParaRPr lang="en-IN" dirty="0">
              <a:latin typeface="Cooper Black" panose="0208090404030B020404" pitchFamily="18" charset="0"/>
            </a:endParaRPr>
          </a:p>
        </p:txBody>
      </p:sp>
      <p:graphicFrame>
        <p:nvGraphicFramePr>
          <p:cNvPr id="4" name="Content Placeholder 3">
            <a:extLst>
              <a:ext uri="{FF2B5EF4-FFF2-40B4-BE49-F238E27FC236}">
                <a16:creationId xmlns:a16="http://schemas.microsoft.com/office/drawing/2014/main" id="{A74507F2-AB18-B8BE-D7A7-374C81E705FB}"/>
              </a:ext>
            </a:extLst>
          </p:cNvPr>
          <p:cNvGraphicFramePr>
            <a:graphicFrameLocks noGrp="1"/>
          </p:cNvGraphicFramePr>
          <p:nvPr>
            <p:ph idx="1"/>
            <p:extLst>
              <p:ext uri="{D42A27DB-BD31-4B8C-83A1-F6EECF244321}">
                <p14:modId xmlns:p14="http://schemas.microsoft.com/office/powerpoint/2010/main" val="3719550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1009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88B1F-ACB4-5B55-4B45-4FD43C1E357B}"/>
              </a:ext>
            </a:extLst>
          </p:cNvPr>
          <p:cNvSpPr>
            <a:spLocks noGrp="1"/>
          </p:cNvSpPr>
          <p:nvPr>
            <p:ph type="title"/>
          </p:nvPr>
        </p:nvSpPr>
        <p:spPr/>
        <p:txBody>
          <a:bodyPr/>
          <a:lstStyle/>
          <a:p>
            <a:r>
              <a:rPr lang="en-IN" dirty="0">
                <a:latin typeface="Cooper Black" panose="0208090404030B020404" pitchFamily="18" charset="0"/>
              </a:rPr>
              <a:t>Dataset Description:</a:t>
            </a:r>
          </a:p>
        </p:txBody>
      </p:sp>
      <p:sp>
        <p:nvSpPr>
          <p:cNvPr id="3" name="Content Placeholder 2">
            <a:extLst>
              <a:ext uri="{FF2B5EF4-FFF2-40B4-BE49-F238E27FC236}">
                <a16:creationId xmlns:a16="http://schemas.microsoft.com/office/drawing/2014/main" id="{2B585B56-C0C0-3CF6-D032-0E095A7BBDA8}"/>
              </a:ext>
            </a:extLst>
          </p:cNvPr>
          <p:cNvSpPr>
            <a:spLocks noGrp="1"/>
          </p:cNvSpPr>
          <p:nvPr>
            <p:ph idx="1"/>
          </p:nvPr>
        </p:nvSpPr>
        <p:spPr>
          <a:xfrm>
            <a:off x="393290" y="1376516"/>
            <a:ext cx="11926528" cy="5481483"/>
          </a:xfrm>
        </p:spPr>
        <p:txBody>
          <a:bodyPr>
            <a:normAutofit fontScale="92500" lnSpcReduction="20000"/>
          </a:bodyPr>
          <a:lstStyle/>
          <a:p>
            <a:pPr marL="0" indent="0">
              <a:buNone/>
            </a:pPr>
            <a:r>
              <a:rPr lang="en-IN" dirty="0">
                <a:latin typeface="Cooper Black" panose="0208090404030B020404" pitchFamily="18" charset="0"/>
              </a:rPr>
              <a:t>Dataset Information:</a:t>
            </a:r>
            <a:endParaRPr lang="en-IN" dirty="0"/>
          </a:p>
          <a:p>
            <a:r>
              <a:rPr lang="en-US" dirty="0"/>
              <a:t>Total Records: 1000</a:t>
            </a:r>
          </a:p>
          <a:p>
            <a:r>
              <a:rPr lang="en-US" dirty="0"/>
              <a:t>Features: 8</a:t>
            </a:r>
          </a:p>
          <a:p>
            <a:r>
              <a:rPr lang="en-US" dirty="0"/>
              <a:t>Target: Pass / Fail</a:t>
            </a:r>
          </a:p>
          <a:p>
            <a:pPr marL="0" indent="0">
              <a:buNone/>
            </a:pPr>
            <a:r>
              <a:rPr lang="en-IN" dirty="0">
                <a:latin typeface="Cooper Black" panose="0208090404030B020404" pitchFamily="18" charset="0"/>
              </a:rPr>
              <a:t>Features:</a:t>
            </a:r>
          </a:p>
          <a:p>
            <a:r>
              <a:rPr lang="en-US" dirty="0"/>
              <a:t>Gender</a:t>
            </a:r>
          </a:p>
          <a:p>
            <a:r>
              <a:rPr lang="en-US" dirty="0"/>
              <a:t>Race/Ethnicity</a:t>
            </a:r>
          </a:p>
          <a:p>
            <a:r>
              <a:rPr lang="en-US" dirty="0"/>
              <a:t>Parental Education</a:t>
            </a:r>
          </a:p>
          <a:p>
            <a:r>
              <a:rPr lang="en-US" dirty="0"/>
              <a:t>Lunch Type</a:t>
            </a:r>
          </a:p>
          <a:p>
            <a:r>
              <a:rPr lang="en-US" dirty="0"/>
              <a:t>Test Preparation Course</a:t>
            </a:r>
          </a:p>
          <a:p>
            <a:r>
              <a:rPr lang="en-US" dirty="0"/>
              <a:t>Math Score</a:t>
            </a:r>
          </a:p>
          <a:p>
            <a:r>
              <a:rPr lang="en-US" dirty="0"/>
              <a:t>Reading Score</a:t>
            </a:r>
          </a:p>
          <a:p>
            <a:r>
              <a:rPr lang="en-US" dirty="0"/>
              <a:t>Writing Score</a:t>
            </a:r>
            <a:endParaRPr lang="en-IN" dirty="0"/>
          </a:p>
          <a:p>
            <a:pPr marL="0" indent="0">
              <a:buNone/>
            </a:pPr>
            <a:endParaRPr lang="en-IN" dirty="0"/>
          </a:p>
        </p:txBody>
      </p:sp>
    </p:spTree>
    <p:extLst>
      <p:ext uri="{BB962C8B-B14F-4D97-AF65-F5344CB8AC3E}">
        <p14:creationId xmlns:p14="http://schemas.microsoft.com/office/powerpoint/2010/main" val="1381740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F6A43-33FE-F06E-6823-10356F913B24}"/>
              </a:ext>
            </a:extLst>
          </p:cNvPr>
          <p:cNvSpPr>
            <a:spLocks noGrp="1"/>
          </p:cNvSpPr>
          <p:nvPr>
            <p:ph type="title"/>
          </p:nvPr>
        </p:nvSpPr>
        <p:spPr/>
        <p:txBody>
          <a:bodyPr/>
          <a:lstStyle/>
          <a:p>
            <a:r>
              <a:rPr lang="en-US" dirty="0">
                <a:latin typeface="Cooper Black" panose="0208090404030B020404" pitchFamily="18" charset="0"/>
              </a:rPr>
              <a:t>Target &amp; Train-Test:</a:t>
            </a:r>
            <a:endParaRPr lang="en-IN" dirty="0">
              <a:latin typeface="Cooper Black" panose="0208090404030B020404" pitchFamily="18" charset="0"/>
            </a:endParaRPr>
          </a:p>
        </p:txBody>
      </p:sp>
      <p:sp>
        <p:nvSpPr>
          <p:cNvPr id="3" name="Content Placeholder 2">
            <a:extLst>
              <a:ext uri="{FF2B5EF4-FFF2-40B4-BE49-F238E27FC236}">
                <a16:creationId xmlns:a16="http://schemas.microsoft.com/office/drawing/2014/main" id="{99AA1DE7-32F0-69D9-8005-BD43D9480D4A}"/>
              </a:ext>
            </a:extLst>
          </p:cNvPr>
          <p:cNvSpPr>
            <a:spLocks noGrp="1"/>
          </p:cNvSpPr>
          <p:nvPr>
            <p:ph idx="1"/>
          </p:nvPr>
        </p:nvSpPr>
        <p:spPr/>
        <p:txBody>
          <a:bodyPr/>
          <a:lstStyle/>
          <a:p>
            <a:pPr marL="0" indent="0">
              <a:buNone/>
            </a:pPr>
            <a:r>
              <a:rPr lang="en-US" dirty="0">
                <a:latin typeface="Cooper Black" panose="0208090404030B020404" pitchFamily="18" charset="0"/>
              </a:rPr>
              <a:t>Target Variable:</a:t>
            </a:r>
          </a:p>
          <a:p>
            <a:r>
              <a:rPr lang="en-US" dirty="0"/>
              <a:t>Pass = Math Score ≥ 40</a:t>
            </a:r>
          </a:p>
          <a:p>
            <a:r>
              <a:rPr lang="en-US" dirty="0"/>
              <a:t>Fail = Math Score &lt; 40</a:t>
            </a:r>
          </a:p>
          <a:p>
            <a:pPr marL="0" indent="0">
              <a:buNone/>
            </a:pPr>
            <a:r>
              <a:rPr lang="en-IN" dirty="0">
                <a:latin typeface="Cooper Black" panose="0208090404030B020404" pitchFamily="18" charset="0"/>
              </a:rPr>
              <a:t>Train-Test Split:</a:t>
            </a:r>
          </a:p>
          <a:p>
            <a:r>
              <a:rPr lang="en-IN" dirty="0"/>
              <a:t>Training data = 800</a:t>
            </a:r>
          </a:p>
          <a:p>
            <a:r>
              <a:rPr lang="en-IN" dirty="0"/>
              <a:t>Testing data = 200</a:t>
            </a:r>
          </a:p>
        </p:txBody>
      </p:sp>
    </p:spTree>
    <p:extLst>
      <p:ext uri="{BB962C8B-B14F-4D97-AF65-F5344CB8AC3E}">
        <p14:creationId xmlns:p14="http://schemas.microsoft.com/office/powerpoint/2010/main" val="1341228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61D0F-8AA4-B3F1-38FE-E1539E716B88}"/>
              </a:ext>
            </a:extLst>
          </p:cNvPr>
          <p:cNvSpPr>
            <a:spLocks noGrp="1"/>
          </p:cNvSpPr>
          <p:nvPr>
            <p:ph type="title"/>
          </p:nvPr>
        </p:nvSpPr>
        <p:spPr/>
        <p:txBody>
          <a:bodyPr/>
          <a:lstStyle/>
          <a:p>
            <a:r>
              <a:rPr lang="en-US" dirty="0">
                <a:latin typeface="Cooper Black" panose="0208090404030B020404" pitchFamily="18" charset="0"/>
              </a:rPr>
              <a:t>EDA</a:t>
            </a:r>
            <a:endParaRPr lang="en-IN" dirty="0">
              <a:latin typeface="Cooper Black" panose="0208090404030B020404" pitchFamily="18" charset="0"/>
            </a:endParaRPr>
          </a:p>
        </p:txBody>
      </p:sp>
      <p:pic>
        <p:nvPicPr>
          <p:cNvPr id="5" name="Content Placeholder 4">
            <a:extLst>
              <a:ext uri="{FF2B5EF4-FFF2-40B4-BE49-F238E27FC236}">
                <a16:creationId xmlns:a16="http://schemas.microsoft.com/office/drawing/2014/main" id="{FB084D5F-0FCB-6BEF-9782-512C8041B7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1988" y="1484670"/>
            <a:ext cx="10108023" cy="5191432"/>
          </a:xfrm>
          <a:prstGeom prst="rect">
            <a:avLst/>
          </a:prstGeom>
        </p:spPr>
      </p:pic>
    </p:spTree>
    <p:extLst>
      <p:ext uri="{BB962C8B-B14F-4D97-AF65-F5344CB8AC3E}">
        <p14:creationId xmlns:p14="http://schemas.microsoft.com/office/powerpoint/2010/main" val="1372452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F481-640F-DA35-2A37-6307DBD5FC9A}"/>
              </a:ext>
            </a:extLst>
          </p:cNvPr>
          <p:cNvSpPr>
            <a:spLocks noGrp="1"/>
          </p:cNvSpPr>
          <p:nvPr>
            <p:ph type="title"/>
          </p:nvPr>
        </p:nvSpPr>
        <p:spPr/>
        <p:txBody>
          <a:bodyPr/>
          <a:lstStyle/>
          <a:p>
            <a:r>
              <a:rPr lang="en-IN" dirty="0">
                <a:latin typeface="Cooper Black" panose="0208090404030B020404" pitchFamily="18" charset="0"/>
              </a:rPr>
              <a:t>Logistic Regression:</a:t>
            </a:r>
          </a:p>
        </p:txBody>
      </p:sp>
      <p:sp>
        <p:nvSpPr>
          <p:cNvPr id="3" name="Content Placeholder 2">
            <a:extLst>
              <a:ext uri="{FF2B5EF4-FFF2-40B4-BE49-F238E27FC236}">
                <a16:creationId xmlns:a16="http://schemas.microsoft.com/office/drawing/2014/main" id="{3A61F8EB-C637-DEFB-20A0-E51302581D13}"/>
              </a:ext>
            </a:extLst>
          </p:cNvPr>
          <p:cNvSpPr>
            <a:spLocks noGrp="1"/>
          </p:cNvSpPr>
          <p:nvPr>
            <p:ph idx="1"/>
          </p:nvPr>
        </p:nvSpPr>
        <p:spPr/>
        <p:txBody>
          <a:bodyPr>
            <a:normAutofit fontScale="92500" lnSpcReduction="10000"/>
          </a:bodyPr>
          <a:lstStyle/>
          <a:p>
            <a:pPr marL="0" indent="0">
              <a:buNone/>
            </a:pPr>
            <a:r>
              <a:rPr lang="en-US" dirty="0"/>
              <a:t>Logistic Regression is a supervised learning algorithm used for binary classification.</a:t>
            </a:r>
          </a:p>
          <a:p>
            <a:pPr marL="0" indent="0">
              <a:buNone/>
            </a:pPr>
            <a:r>
              <a:rPr lang="en-US" dirty="0">
                <a:latin typeface="Cooper Black" panose="0208090404030B020404" pitchFamily="18" charset="0"/>
              </a:rPr>
              <a:t>Advantages:</a:t>
            </a:r>
          </a:p>
          <a:p>
            <a:r>
              <a:rPr lang="en-US" dirty="0"/>
              <a:t>Fast Training</a:t>
            </a:r>
          </a:p>
          <a:p>
            <a:r>
              <a:rPr lang="en-US" dirty="0"/>
              <a:t>Easy Interpretation</a:t>
            </a:r>
          </a:p>
          <a:p>
            <a:r>
              <a:rPr lang="en-US" dirty="0"/>
              <a:t>Good Baseline Model</a:t>
            </a:r>
          </a:p>
          <a:p>
            <a:pPr marL="0" indent="0">
              <a:buNone/>
            </a:pPr>
            <a:r>
              <a:rPr lang="en-IN" dirty="0">
                <a:latin typeface="Cooper Black" panose="0208090404030B020404" pitchFamily="18" charset="0"/>
              </a:rPr>
              <a:t>Accuracy Score -&gt; </a:t>
            </a:r>
            <a:r>
              <a:rPr lang="en-IN" dirty="0"/>
              <a:t>99.5%</a:t>
            </a:r>
          </a:p>
          <a:p>
            <a:pPr marL="0" indent="0" latinLnBrk="1">
              <a:buNone/>
            </a:pPr>
            <a:r>
              <a:rPr lang="en-IN" dirty="0">
                <a:latin typeface="Cooper Black" panose="0208090404030B020404" pitchFamily="18" charset="0"/>
              </a:rPr>
              <a:t>Confusion Matrix:</a:t>
            </a:r>
          </a:p>
          <a:p>
            <a:pPr marL="0" indent="0" latinLnBrk="1">
              <a:buNone/>
            </a:pPr>
            <a:r>
              <a:rPr lang="en-IN" dirty="0"/>
              <a:t>[[ 10   1]</a:t>
            </a:r>
          </a:p>
          <a:p>
            <a:pPr marL="0" indent="0" latinLnBrk="1">
              <a:buNone/>
            </a:pPr>
            <a:r>
              <a:rPr lang="en-IN" dirty="0"/>
              <a:t>[  0 189]]</a:t>
            </a:r>
          </a:p>
          <a:p>
            <a:pPr marL="0" indent="0">
              <a:buNone/>
            </a:pPr>
            <a:endParaRPr lang="en-IN" dirty="0"/>
          </a:p>
        </p:txBody>
      </p:sp>
    </p:spTree>
    <p:extLst>
      <p:ext uri="{BB962C8B-B14F-4D97-AF65-F5344CB8AC3E}">
        <p14:creationId xmlns:p14="http://schemas.microsoft.com/office/powerpoint/2010/main" val="3760810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5942C-B184-8E2B-79C5-1F01A3B187FB}"/>
              </a:ext>
            </a:extLst>
          </p:cNvPr>
          <p:cNvSpPr>
            <a:spLocks noGrp="1"/>
          </p:cNvSpPr>
          <p:nvPr>
            <p:ph type="title"/>
          </p:nvPr>
        </p:nvSpPr>
        <p:spPr/>
        <p:txBody>
          <a:bodyPr/>
          <a:lstStyle/>
          <a:p>
            <a:r>
              <a:rPr lang="en-IN" dirty="0">
                <a:latin typeface="Cooper Black" panose="0208090404030B020404" pitchFamily="18" charset="0"/>
              </a:rPr>
              <a:t>Decision Tree:</a:t>
            </a:r>
          </a:p>
        </p:txBody>
      </p:sp>
      <p:sp>
        <p:nvSpPr>
          <p:cNvPr id="3" name="Content Placeholder 2">
            <a:extLst>
              <a:ext uri="{FF2B5EF4-FFF2-40B4-BE49-F238E27FC236}">
                <a16:creationId xmlns:a16="http://schemas.microsoft.com/office/drawing/2014/main" id="{B9B47827-AB45-4D4E-C5C7-EC0A6766FC46}"/>
              </a:ext>
            </a:extLst>
          </p:cNvPr>
          <p:cNvSpPr>
            <a:spLocks noGrp="1"/>
          </p:cNvSpPr>
          <p:nvPr>
            <p:ph idx="1"/>
          </p:nvPr>
        </p:nvSpPr>
        <p:spPr/>
        <p:txBody>
          <a:bodyPr>
            <a:normAutofit lnSpcReduction="10000"/>
          </a:bodyPr>
          <a:lstStyle/>
          <a:p>
            <a:pPr marL="0" indent="0">
              <a:buNone/>
            </a:pPr>
            <a:r>
              <a:rPr lang="en-US" dirty="0"/>
              <a:t>Decision Tree creates rules based on input features.</a:t>
            </a:r>
          </a:p>
          <a:p>
            <a:pPr marL="0" indent="0">
              <a:buNone/>
            </a:pPr>
            <a:r>
              <a:rPr lang="en-US" dirty="0">
                <a:latin typeface="Cooper Black" panose="0208090404030B020404" pitchFamily="18" charset="0"/>
              </a:rPr>
              <a:t>Advantages:</a:t>
            </a:r>
          </a:p>
          <a:p>
            <a:r>
              <a:rPr lang="en-US" dirty="0"/>
              <a:t>Easy Visualization</a:t>
            </a:r>
          </a:p>
          <a:p>
            <a:r>
              <a:rPr lang="en-US" dirty="0"/>
              <a:t>Feature Importance</a:t>
            </a:r>
          </a:p>
          <a:p>
            <a:r>
              <a:rPr lang="en-US" dirty="0"/>
              <a:t>High Interpretability</a:t>
            </a:r>
          </a:p>
          <a:p>
            <a:pPr marL="0" indent="0">
              <a:buNone/>
            </a:pPr>
            <a:r>
              <a:rPr lang="en-IN" dirty="0">
                <a:latin typeface="Cooper Black" panose="0208090404030B020404" pitchFamily="18" charset="0"/>
              </a:rPr>
              <a:t>Accuracy Score -&gt; </a:t>
            </a:r>
            <a:r>
              <a:rPr lang="en-IN" dirty="0"/>
              <a:t>100.0%</a:t>
            </a:r>
          </a:p>
          <a:p>
            <a:pPr marL="0" indent="0" latinLnBrk="1">
              <a:buNone/>
            </a:pPr>
            <a:r>
              <a:rPr lang="en-IN" dirty="0">
                <a:latin typeface="Cooper Black" panose="0208090404030B020404" pitchFamily="18" charset="0"/>
              </a:rPr>
              <a:t>Confusion Matrix:</a:t>
            </a:r>
          </a:p>
          <a:p>
            <a:pPr marL="0" indent="0" latinLnBrk="1">
              <a:buNone/>
            </a:pPr>
            <a:r>
              <a:rPr lang="en-IN" dirty="0"/>
              <a:t>[[ 11   0]</a:t>
            </a:r>
          </a:p>
          <a:p>
            <a:pPr marL="0" indent="0" latinLnBrk="1">
              <a:buNone/>
            </a:pPr>
            <a:r>
              <a:rPr lang="en-IN" dirty="0"/>
              <a:t>[  0 189]]</a:t>
            </a:r>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3192105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48366-F6A9-6681-AA63-FB488BFCD550}"/>
              </a:ext>
            </a:extLst>
          </p:cNvPr>
          <p:cNvSpPr>
            <a:spLocks noGrp="1"/>
          </p:cNvSpPr>
          <p:nvPr>
            <p:ph type="title"/>
          </p:nvPr>
        </p:nvSpPr>
        <p:spPr/>
        <p:txBody>
          <a:bodyPr/>
          <a:lstStyle/>
          <a:p>
            <a:r>
              <a:rPr lang="en-IN" dirty="0">
                <a:latin typeface="Cooper Black" panose="0208090404030B020404" pitchFamily="18" charset="0"/>
              </a:rPr>
              <a:t>K-Nearest </a:t>
            </a:r>
            <a:r>
              <a:rPr lang="en-IN" dirty="0" err="1">
                <a:latin typeface="Cooper Black" panose="0208090404030B020404" pitchFamily="18" charset="0"/>
              </a:rPr>
              <a:t>Neighbors</a:t>
            </a:r>
            <a:r>
              <a:rPr lang="en-IN" dirty="0">
                <a:latin typeface="Cooper Black" panose="0208090404030B020404" pitchFamily="18" charset="0"/>
              </a:rPr>
              <a:t> (KNN):</a:t>
            </a:r>
          </a:p>
        </p:txBody>
      </p:sp>
      <p:sp>
        <p:nvSpPr>
          <p:cNvPr id="3" name="Content Placeholder 2">
            <a:extLst>
              <a:ext uri="{FF2B5EF4-FFF2-40B4-BE49-F238E27FC236}">
                <a16:creationId xmlns:a16="http://schemas.microsoft.com/office/drawing/2014/main" id="{FE2C5DE3-F649-08DC-1970-147F86C3F931}"/>
              </a:ext>
            </a:extLst>
          </p:cNvPr>
          <p:cNvSpPr>
            <a:spLocks noGrp="1"/>
          </p:cNvSpPr>
          <p:nvPr>
            <p:ph idx="1"/>
          </p:nvPr>
        </p:nvSpPr>
        <p:spPr/>
        <p:txBody>
          <a:bodyPr>
            <a:normAutofit lnSpcReduction="10000"/>
          </a:bodyPr>
          <a:lstStyle/>
          <a:p>
            <a:pPr marL="0" indent="0">
              <a:buNone/>
            </a:pPr>
            <a:r>
              <a:rPr lang="en-US" dirty="0"/>
              <a:t>KNN classifies data based on nearest neighbors.</a:t>
            </a:r>
          </a:p>
          <a:p>
            <a:pPr marL="0" indent="0">
              <a:buNone/>
            </a:pPr>
            <a:r>
              <a:rPr lang="en-US" dirty="0">
                <a:latin typeface="Cooper Black" panose="0208090404030B020404" pitchFamily="18" charset="0"/>
              </a:rPr>
              <a:t>Advantages:</a:t>
            </a:r>
          </a:p>
          <a:p>
            <a:r>
              <a:rPr lang="en-US" dirty="0"/>
              <a:t>Simple Algorithm</a:t>
            </a:r>
          </a:p>
          <a:p>
            <a:r>
              <a:rPr lang="en-US" dirty="0"/>
              <a:t>Effective Classification</a:t>
            </a:r>
          </a:p>
          <a:p>
            <a:r>
              <a:rPr lang="en-US" dirty="0"/>
              <a:t>No Training Complexity</a:t>
            </a:r>
          </a:p>
          <a:p>
            <a:pPr marL="0" indent="0">
              <a:buNone/>
            </a:pPr>
            <a:r>
              <a:rPr lang="en-IN" dirty="0">
                <a:latin typeface="Cooper Black" panose="0208090404030B020404" pitchFamily="18" charset="0"/>
              </a:rPr>
              <a:t>Accuracy Score -&gt; </a:t>
            </a:r>
            <a:r>
              <a:rPr lang="en-IN" dirty="0"/>
              <a:t>99.5%</a:t>
            </a:r>
          </a:p>
          <a:p>
            <a:pPr marL="0" indent="0" latinLnBrk="1">
              <a:buNone/>
            </a:pPr>
            <a:r>
              <a:rPr lang="en-IN" dirty="0">
                <a:latin typeface="Cooper Black" panose="0208090404030B020404" pitchFamily="18" charset="0"/>
              </a:rPr>
              <a:t>Confusion Matrix:</a:t>
            </a:r>
          </a:p>
          <a:p>
            <a:pPr marL="0" indent="0" latinLnBrk="1">
              <a:buNone/>
            </a:pPr>
            <a:r>
              <a:rPr lang="en-IN" dirty="0"/>
              <a:t>[[ 10   1]</a:t>
            </a:r>
          </a:p>
          <a:p>
            <a:pPr marL="0" indent="0" latinLnBrk="1">
              <a:buNone/>
            </a:pPr>
            <a:r>
              <a:rPr lang="en-IN" dirty="0"/>
              <a:t>[  0 189]]</a:t>
            </a:r>
          </a:p>
          <a:p>
            <a:pPr marL="0" indent="0">
              <a:buNone/>
            </a:pPr>
            <a:endParaRPr lang="en-IN" dirty="0"/>
          </a:p>
        </p:txBody>
      </p:sp>
    </p:spTree>
    <p:extLst>
      <p:ext uri="{BB962C8B-B14F-4D97-AF65-F5344CB8AC3E}">
        <p14:creationId xmlns:p14="http://schemas.microsoft.com/office/powerpoint/2010/main" val="2575618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88FC5-1C01-8071-7908-FFB445D6AE82}"/>
              </a:ext>
            </a:extLst>
          </p:cNvPr>
          <p:cNvSpPr>
            <a:spLocks noGrp="1"/>
          </p:cNvSpPr>
          <p:nvPr>
            <p:ph type="title"/>
          </p:nvPr>
        </p:nvSpPr>
        <p:spPr/>
        <p:txBody>
          <a:bodyPr/>
          <a:lstStyle/>
          <a:p>
            <a:r>
              <a:rPr lang="en-US" dirty="0">
                <a:latin typeface="Cooper Black" panose="0208090404030B020404" pitchFamily="18" charset="0"/>
              </a:rPr>
              <a:t>Model </a:t>
            </a:r>
            <a:r>
              <a:rPr lang="en-US" dirty="0" err="1">
                <a:latin typeface="Cooper Black" panose="0208090404030B020404" pitchFamily="18" charset="0"/>
              </a:rPr>
              <a:t>Comparsion</a:t>
            </a:r>
            <a:r>
              <a:rPr lang="en-US" dirty="0">
                <a:latin typeface="Cooper Black" panose="0208090404030B020404" pitchFamily="18" charset="0"/>
              </a:rPr>
              <a:t>:</a:t>
            </a:r>
            <a:endParaRPr lang="en-IN" dirty="0">
              <a:latin typeface="Cooper Black" panose="0208090404030B020404" pitchFamily="18" charset="0"/>
            </a:endParaRPr>
          </a:p>
        </p:txBody>
      </p:sp>
      <p:pic>
        <p:nvPicPr>
          <p:cNvPr id="5" name="Content Placeholder 4">
            <a:extLst>
              <a:ext uri="{FF2B5EF4-FFF2-40B4-BE49-F238E27FC236}">
                <a16:creationId xmlns:a16="http://schemas.microsoft.com/office/drawing/2014/main" id="{093E5FA5-EC45-D891-261E-44E015C798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0142" y="1422282"/>
            <a:ext cx="8078138" cy="5187300"/>
          </a:xfrm>
          <a:prstGeom prst="rect">
            <a:avLst/>
          </a:prstGeom>
        </p:spPr>
      </p:pic>
    </p:spTree>
    <p:extLst>
      <p:ext uri="{BB962C8B-B14F-4D97-AF65-F5344CB8AC3E}">
        <p14:creationId xmlns:p14="http://schemas.microsoft.com/office/powerpoint/2010/main" val="2899931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08B8F-7269-C90B-DA9B-01CB633A889D}"/>
              </a:ext>
            </a:extLst>
          </p:cNvPr>
          <p:cNvSpPr>
            <a:spLocks noGrp="1"/>
          </p:cNvSpPr>
          <p:nvPr>
            <p:ph type="title"/>
          </p:nvPr>
        </p:nvSpPr>
        <p:spPr/>
        <p:txBody>
          <a:bodyPr/>
          <a:lstStyle/>
          <a:p>
            <a:r>
              <a:rPr lang="en-US" dirty="0" err="1">
                <a:latin typeface="Cooper Black" panose="0208090404030B020404" pitchFamily="18" charset="0"/>
              </a:rPr>
              <a:t>Streamlit</a:t>
            </a:r>
            <a:r>
              <a:rPr lang="en-US" dirty="0">
                <a:latin typeface="Cooper Black" panose="0208090404030B020404" pitchFamily="18" charset="0"/>
              </a:rPr>
              <a:t> App:</a:t>
            </a:r>
            <a:endParaRPr lang="en-IN" dirty="0">
              <a:latin typeface="Cooper Black" panose="0208090404030B020404" pitchFamily="18" charset="0"/>
            </a:endParaRPr>
          </a:p>
        </p:txBody>
      </p:sp>
      <p:pic>
        <p:nvPicPr>
          <p:cNvPr id="5" name="Content Placeholder 4">
            <a:extLst>
              <a:ext uri="{FF2B5EF4-FFF2-40B4-BE49-F238E27FC236}">
                <a16:creationId xmlns:a16="http://schemas.microsoft.com/office/drawing/2014/main" id="{5E23C132-A4E2-CFE2-59B4-16EC14D693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7626" y="1473196"/>
            <a:ext cx="7811475" cy="4703767"/>
          </a:xfrm>
          <a:prstGeom prst="rect">
            <a:avLst/>
          </a:prstGeom>
        </p:spPr>
      </p:pic>
    </p:spTree>
    <p:extLst>
      <p:ext uri="{BB962C8B-B14F-4D97-AF65-F5344CB8AC3E}">
        <p14:creationId xmlns:p14="http://schemas.microsoft.com/office/powerpoint/2010/main" val="1544445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5F375-A6E8-76AC-F5E2-B5FDE9521A5D}"/>
              </a:ext>
            </a:extLst>
          </p:cNvPr>
          <p:cNvSpPr>
            <a:spLocks noGrp="1"/>
          </p:cNvSpPr>
          <p:nvPr>
            <p:ph type="title"/>
          </p:nvPr>
        </p:nvSpPr>
        <p:spPr/>
        <p:txBody>
          <a:bodyPr/>
          <a:lstStyle/>
          <a:p>
            <a:r>
              <a:rPr lang="en-IN" dirty="0">
                <a:latin typeface="Cooper Black" panose="0208090404030B020404" pitchFamily="18" charset="0"/>
              </a:rPr>
              <a:t>Conclusion:</a:t>
            </a:r>
          </a:p>
        </p:txBody>
      </p:sp>
      <p:sp>
        <p:nvSpPr>
          <p:cNvPr id="3" name="Content Placeholder 2">
            <a:extLst>
              <a:ext uri="{FF2B5EF4-FFF2-40B4-BE49-F238E27FC236}">
                <a16:creationId xmlns:a16="http://schemas.microsoft.com/office/drawing/2014/main" id="{73C509C0-2827-B66B-6EF0-0FA2B7742F18}"/>
              </a:ext>
            </a:extLst>
          </p:cNvPr>
          <p:cNvSpPr>
            <a:spLocks noGrp="1"/>
          </p:cNvSpPr>
          <p:nvPr>
            <p:ph idx="1"/>
          </p:nvPr>
        </p:nvSpPr>
        <p:spPr/>
        <p:txBody>
          <a:bodyPr/>
          <a:lstStyle/>
          <a:p>
            <a:r>
              <a:rPr lang="en-US" dirty="0"/>
              <a:t>Successfully analyzed student performance.</a:t>
            </a:r>
          </a:p>
          <a:p>
            <a:endParaRPr lang="en-US" dirty="0"/>
          </a:p>
          <a:p>
            <a:r>
              <a:rPr lang="en-US" dirty="0"/>
              <a:t>Built Machine Learning models.</a:t>
            </a:r>
          </a:p>
          <a:p>
            <a:endParaRPr lang="en-US" dirty="0"/>
          </a:p>
          <a:p>
            <a:r>
              <a:rPr lang="en-US" dirty="0"/>
              <a:t>Compared multiple algorithms.</a:t>
            </a:r>
          </a:p>
          <a:p>
            <a:endParaRPr lang="en-US" dirty="0"/>
          </a:p>
          <a:p>
            <a:r>
              <a:rPr lang="en-US" dirty="0"/>
              <a:t>Deployed using </a:t>
            </a:r>
            <a:r>
              <a:rPr lang="en-US" dirty="0" err="1"/>
              <a:t>Streamlit</a:t>
            </a:r>
            <a:r>
              <a:rPr lang="en-US" dirty="0"/>
              <a:t>.</a:t>
            </a:r>
            <a:endParaRPr lang="en-IN" dirty="0"/>
          </a:p>
        </p:txBody>
      </p:sp>
    </p:spTree>
    <p:extLst>
      <p:ext uri="{BB962C8B-B14F-4D97-AF65-F5344CB8AC3E}">
        <p14:creationId xmlns:p14="http://schemas.microsoft.com/office/powerpoint/2010/main" val="2054397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B80A7D-67E1-0358-45C6-CD3A94D82314}"/>
              </a:ext>
            </a:extLst>
          </p:cNvPr>
          <p:cNvSpPr>
            <a:spLocks noGrp="1"/>
          </p:cNvSpPr>
          <p:nvPr>
            <p:ph type="title"/>
          </p:nvPr>
        </p:nvSpPr>
        <p:spPr>
          <a:xfrm>
            <a:off x="838199" y="-216309"/>
            <a:ext cx="10242755" cy="7344696"/>
          </a:xfrm>
        </p:spPr>
        <p:txBody>
          <a:bodyPr>
            <a:normAutofit/>
          </a:bodyPr>
          <a:lstStyle/>
          <a:p>
            <a:pPr algn="ctr"/>
            <a:r>
              <a:rPr lang="en-US" sz="7200" dirty="0">
                <a:latin typeface="Cooper Black" panose="0208090404030B020404" pitchFamily="18" charset="0"/>
              </a:rPr>
              <a:t>---- THANK YOU----</a:t>
            </a:r>
            <a:endParaRPr lang="en-IN" sz="7200" dirty="0">
              <a:latin typeface="Cooper Black" panose="0208090404030B020404" pitchFamily="18" charset="0"/>
            </a:endParaRPr>
          </a:p>
        </p:txBody>
      </p:sp>
    </p:spTree>
    <p:extLst>
      <p:ext uri="{BB962C8B-B14F-4D97-AF65-F5344CB8AC3E}">
        <p14:creationId xmlns:p14="http://schemas.microsoft.com/office/powerpoint/2010/main" val="2055735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357</Words>
  <Application>Microsoft Office PowerPoint</Application>
  <PresentationFormat>Widescreen</PresentationFormat>
  <Paragraphs>96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Cooper Black</vt:lpstr>
      <vt:lpstr>Maiandra GD</vt:lpstr>
      <vt:lpstr>Office Theme</vt:lpstr>
      <vt:lpstr>STUDENT PERFORMANCE ANALYSIS &amp; PREDICTION SYSTEM </vt:lpstr>
      <vt:lpstr>Introduction:</vt:lpstr>
      <vt:lpstr>Technologies Used:</vt:lpstr>
      <vt:lpstr>Problem Statement:</vt:lpstr>
      <vt:lpstr>Flow Of Project:</vt:lpstr>
      <vt:lpstr>Dataset Description:</vt:lpstr>
      <vt:lpstr>Target &amp; Train-Test:</vt:lpstr>
      <vt:lpstr>EDA</vt:lpstr>
      <vt:lpstr>Logistic Regression:</vt:lpstr>
      <vt:lpstr>Decision Tree:</vt:lpstr>
      <vt:lpstr>K-Nearest Neighbors (KNN):</vt:lpstr>
      <vt:lpstr>Model Comparsion:</vt:lpstr>
      <vt:lpstr>Streamlit App:</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Bharathwaj J</dc:creator>
  <cp:lastModifiedBy>Bharathwaj J</cp:lastModifiedBy>
  <cp:revision>1</cp:revision>
  <dcterms:created xsi:type="dcterms:W3CDTF">2026-06-30T11:28:22Z</dcterms:created>
  <dcterms:modified xsi:type="dcterms:W3CDTF">2026-06-30T12:00:52Z</dcterms:modified>
</cp:coreProperties>
</file>